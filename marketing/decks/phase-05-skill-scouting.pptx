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1d6d2342a494ddd" /><Relationship Type="http://schemas.openxmlformats.org/officeDocument/2006/relationships/extended-properties" Target="/docProps/app.xml" Id="Re7841648dbea4ad7" /><Relationship Type="http://schemas.openxmlformats.org/officeDocument/2006/relationships/officeDocument" Target="/ppt/presentation.xml" Id="Rdffa32925036472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e2bd9bcf1ae4960"/>
  </p:sldMasterIdLst>
  <p:notesMasterIdLst>
    <p:notesMasterId xmlns:r="http://schemas.openxmlformats.org/officeDocument/2006/relationships" r:id="R454e6b018e534c30"/>
  </p:notesMasterIdLst>
  <p:sldIdLst>
    <p:sldId xmlns:r="http://schemas.openxmlformats.org/officeDocument/2006/relationships" id="256" r:id="R0c4690561fa14665"/>
    <p:sldId xmlns:r="http://schemas.openxmlformats.org/officeDocument/2006/relationships" id="257" r:id="Rffbe00d257e94818"/>
    <p:sldId xmlns:r="http://schemas.openxmlformats.org/officeDocument/2006/relationships" id="258" r:id="R675a31641be14005"/>
    <p:sldId xmlns:r="http://schemas.openxmlformats.org/officeDocument/2006/relationships" id="259" r:id="R98639de174a649f4"/>
    <p:sldId xmlns:r="http://schemas.openxmlformats.org/officeDocument/2006/relationships" id="260" r:id="Rfd3e503ef53b4f91"/>
    <p:sldId xmlns:r="http://schemas.openxmlformats.org/officeDocument/2006/relationships" id="261" r:id="Rfba0eaa39c764842"/>
    <p:sldId xmlns:r="http://schemas.openxmlformats.org/officeDocument/2006/relationships" id="262" r:id="Rf220966edf09433b"/>
    <p:sldId xmlns:r="http://schemas.openxmlformats.org/officeDocument/2006/relationships" id="263" r:id="R83acbff8e6004468"/>
    <p:sldId xmlns:r="http://schemas.openxmlformats.org/officeDocument/2006/relationships" id="264" r:id="Re495cac4abf44964"/>
    <p:sldId xmlns:r="http://schemas.openxmlformats.org/officeDocument/2006/relationships" id="265" r:id="R221e9ac3059f427d"/>
    <p:sldId xmlns:r="http://schemas.openxmlformats.org/officeDocument/2006/relationships" id="266" r:id="Raef6104b962c4d1e"/>
    <p:sldId xmlns:r="http://schemas.openxmlformats.org/officeDocument/2006/relationships" id="267" r:id="R9ad57a68042244f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50c122d103a49a8" /><Relationship Type="http://schemas.openxmlformats.org/officeDocument/2006/relationships/slideMaster" Target="/ppt/slideMasters/slideMaster1.xml" Id="R1e2bd9bcf1ae4960" /><Relationship Type="http://schemas.openxmlformats.org/officeDocument/2006/relationships/notesMaster" Target="/ppt/notesMasters/notesMaster1.xml" Id="R454e6b018e534c30" /><Relationship Type="http://schemas.openxmlformats.org/officeDocument/2006/relationships/presProps" Target="/ppt/presProps.xml" Id="Rc9ee3c65f6b440ae" /><Relationship Type="http://schemas.openxmlformats.org/officeDocument/2006/relationships/viewProps" Target="/ppt/viewProps.xml" Id="Radacc31755ec402d" /><Relationship Type="http://schemas.openxmlformats.org/officeDocument/2006/relationships/tableStyles" Target="/ppt/tableStyles.xml" Id="R3c293ac8900a4251" /><Relationship Type="http://schemas.openxmlformats.org/officeDocument/2006/relationships/slide" Target="/ppt/slides/slide1.xml" Id="R0c4690561fa14665" /><Relationship Type="http://schemas.openxmlformats.org/officeDocument/2006/relationships/slide" Target="/ppt/slides/slide2.xml" Id="Rffbe00d257e94818" /><Relationship Type="http://schemas.openxmlformats.org/officeDocument/2006/relationships/slide" Target="/ppt/slides/slide3.xml" Id="R675a31641be14005" /><Relationship Type="http://schemas.openxmlformats.org/officeDocument/2006/relationships/slide" Target="/ppt/slides/slide4.xml" Id="R98639de174a649f4" /><Relationship Type="http://schemas.openxmlformats.org/officeDocument/2006/relationships/slide" Target="/ppt/slides/slide5.xml" Id="Rfd3e503ef53b4f91" /><Relationship Type="http://schemas.openxmlformats.org/officeDocument/2006/relationships/slide" Target="/ppt/slides/slide6.xml" Id="Rfba0eaa39c764842" /><Relationship Type="http://schemas.openxmlformats.org/officeDocument/2006/relationships/slide" Target="/ppt/slides/slide7.xml" Id="Rf220966edf09433b" /><Relationship Type="http://schemas.openxmlformats.org/officeDocument/2006/relationships/slide" Target="/ppt/slides/slide8.xml" Id="R83acbff8e6004468" /><Relationship Type="http://schemas.openxmlformats.org/officeDocument/2006/relationships/slide" Target="/ppt/slides/slide9.xml" Id="Re495cac4abf44964" /><Relationship Type="http://schemas.openxmlformats.org/officeDocument/2006/relationships/slide" Target="/ppt/slides/slide10.xml" Id="R221e9ac3059f427d" /><Relationship Type="http://schemas.openxmlformats.org/officeDocument/2006/relationships/slide" Target="/ppt/slides/slide11.xml" Id="Raef6104b962c4d1e" /><Relationship Type="http://schemas.openxmlformats.org/officeDocument/2006/relationships/slide" Target="/ppt/slides/slide12.xml" Id="R9ad57a68042244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b4af411bca4e3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33c67cff8fa4b2a" /><Relationship Type="http://schemas.openxmlformats.org/officeDocument/2006/relationships/notesMaster" Target="/ppt/notesMasters/notesMaster1.xml" Id="R6f6927f68d8042b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6763d641d374789" /><Relationship Type="http://schemas.openxmlformats.org/officeDocument/2006/relationships/notesMaster" Target="/ppt/notesMasters/notesMaster1.xml" Id="R0c610bafa3f34cb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0a81e409a54900" /><Relationship Type="http://schemas.openxmlformats.org/officeDocument/2006/relationships/notesMaster" Target="/ppt/notesMasters/notesMaster1.xml" Id="R376b610daa52435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fb920bfec634b3b" /><Relationship Type="http://schemas.openxmlformats.org/officeDocument/2006/relationships/notesMaster" Target="/ppt/notesMasters/notesMaster1.xml" Id="R9ccc9bb6bad84d7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ba7e04891dc4ae6" /><Relationship Type="http://schemas.openxmlformats.org/officeDocument/2006/relationships/notesMaster" Target="/ppt/notesMasters/notesMaster1.xml" Id="R07fa44d7b9b542c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628b792707c413f" /><Relationship Type="http://schemas.openxmlformats.org/officeDocument/2006/relationships/notesMaster" Target="/ppt/notesMasters/notesMaster1.xml" Id="R2f1a4ba9048b40e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79d44631b8d40e0" /><Relationship Type="http://schemas.openxmlformats.org/officeDocument/2006/relationships/notesMaster" Target="/ppt/notesMasters/notesMaster1.xml" Id="R38f1cdd15fbb4f9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2828af98b7748bf" /><Relationship Type="http://schemas.openxmlformats.org/officeDocument/2006/relationships/notesMaster" Target="/ppt/notesMasters/notesMaster1.xml" Id="R077201bd032f4ae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0eddefff75f4790" /><Relationship Type="http://schemas.openxmlformats.org/officeDocument/2006/relationships/notesMaster" Target="/ppt/notesMasters/notesMaster1.xml" Id="Ra72da146431f434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4a83cf2771641f6" /><Relationship Type="http://schemas.openxmlformats.org/officeDocument/2006/relationships/notesMaster" Target="/ppt/notesMasters/notesMaster1.xml" Id="R92b7a2b3e6df4ee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8859b017be54313" /><Relationship Type="http://schemas.openxmlformats.org/officeDocument/2006/relationships/notesMaster" Target="/ppt/notesMasters/notesMaster1.xml" Id="R4afbe1973d5d426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f0e169a334b4984" /><Relationship Type="http://schemas.openxmlformats.org/officeDocument/2006/relationships/notesMaster" Target="/ppt/notesMasters/notesMaster1.xml" Id="Re33a20edd2804fa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 and docs/ai-program/skills.\n\n[Sources]\n- marketing/lesson-plans/phase-05.md\n[/Sources]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 and docs/ai-program/skills.\n\n[Sources]\n- marketing/lesson-plans/phase-05.md\n[/Sources]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 and docs/ai-program/skills.\n\n[Sources]\n- marketing/lesson-plans/phase-05.md\n[/Sources]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 and docs/ai-program/skills.\n\n[Sources]\n- marketing/lesson-plans/phase-05.md\n[/Sources]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 and docs/ai-program/skills.\n\n[Sources]\n- marketing/lesson-plans/phase-05.md\n[/Sources]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 and docs/ai-program/skills.\n\n[Sources]\n- marketing/lesson-plans/phase-05.md\n[/Sources]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 and docs/ai-program/skills.\n\n[Sources]\n- marketing/lesson-plans/phase-05.md\n[/Sources]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 and docs/ai-program/skills.\n\n[Sources]\n- marketing/lesson-plans/phase-05.md\n[/Sources]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 and docs/ai-program/skills.\n\n[Sources]\n- marketing/lesson-plans/phase-05.md\n[/Sources]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 and docs/ai-program/skills.\n\n[Sources]\n- marketing/lesson-plans/phase-05.md\n[/Sources]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 and docs/ai-program/skills.\n\n[Sources]\n- marketing/lesson-plans/phase-05.md\n[/Sources]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from docs/phases/05 and docs/ai-program/skills.\n\n[Sources]\n- marketing/lesson-plans/phase-05.md\n[/Sources]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597115b4614f7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9974dce3cd424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c575dc169745c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280b61ab4b451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439805f3d24d9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f590ed4f80470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4d10bde9b2461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f5ac2e6b444c2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0ecf75f5004a6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57a03a7acd4a4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42d1891966458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1D66ED5-5EA4-4351-AAEF-28B3444C2DE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FB35226-7D4A-4AC1-B04C-467D25BED0D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88D92C5-8743-4321-AADF-AA47A4A670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B38B896-E3B6-4217-80FF-E3A09A2215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F6DDDE1-8E65-411B-BA80-18A6213921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2CE1D9-515A-4EC4-9CBD-4D04F825A3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30FD2B2-ED59-41F9-9AFF-36766BAC94E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CB91-97A0-49E9-9E9B-6F939051921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EC184A2-BD01-41E7-ACDA-C3C22F47CF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F9BFC32-DC90-4462-A707-DDA21DFE008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DCD49A-1605-4505-8B6A-2807F06093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6BC8DA8-5BB4-4C89-BFE1-CFA35F6B3D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034D2CF-5978-4792-BD71-546F647E02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E8B2FF0-2F8E-4EAB-A68C-E9F06B9C8AE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E411C2-E6BF-4F97-B0E5-E3AD597685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190CDBF-52D0-4705-98DD-E5F6D77D00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F9F5CAB-B5E4-4B9F-AD32-B773118E313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0EB05A-840F-4E98-B366-16F15A8DA3F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CF6EEC5-F350-45DC-A015-16D7CF64BA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C407C25-D0F1-465C-BC86-6257ED6D95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42F1C7D-FF27-47FB-B77F-62C8BCDC90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3738EC-0FC7-463B-9987-35654CE5F4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ED12A41-81FD-451A-84E9-59A6D07628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03D7474-EBD7-4AC1-A218-94B463E3D52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322B64F-023F-45A6-980F-B2B6099E6EE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1A2B339-F0F7-44CB-BEF2-D25307D4A7C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859FEB9E-9D7C-42F8-BAA4-9A3ED2ABB6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8DA8A412-48F7-4862-98FC-40A2269B34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B484D89-3F44-439D-A705-8FF9D43CB4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5F2728-0047-4738-84E3-7854EAE9B9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66B506B-A866-45F3-B62F-C55AF0C233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503FEBFE-4C9F-4158-A36E-CF88150FB0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BA7CC41-A6E2-40BE-A123-3FA1939B81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BD72295-06A6-4ACF-AF62-9054B25C5B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E148E6-D096-4F81-A8EE-DA3E1F59B0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CFE84D2E-7CA1-49C9-84C2-0F77B4F6FB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6F25DC-FF0A-486A-8889-D69E1D5365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B4EBC5A-AFCD-435C-AA39-2CC9AAAC1EE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FA67298-FCB8-48C2-8776-B45D98A4F18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64FA38-7C5B-4AFE-9B13-26A7C59574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92EDB11-E59F-490A-92C0-3E84681592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E40C0EA-EDDA-491B-9876-1C57084F60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74E41A6-BE11-4CBF-B2F0-003BB8B7FD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E5AC807-E97F-4E77-9445-51D4B0FD6BD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A7C9BC9-B896-4375-9850-C66D190A320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E7B465B-0AC5-4F1C-9EC6-1E6947364BE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9BD5430-DB36-411E-804E-6635A302F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F95A352-0D07-499F-95AE-B2546A256C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EACF2B-5A44-4B5A-ADB4-60B87B7AFC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2F40783-FD83-4868-B410-73255E1CFA3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9162D6F-2838-424C-B3A5-9606623A16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F955218-6E4F-4783-91F2-3CFD30ED2F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4E8E674-7087-41CA-A8A6-19D8C27DCB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052557FB-82D1-4A3B-B9F4-3844CC7FD2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3EE512D-5C32-488F-BF1C-3A739F3F03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4DA4D74-410C-438B-9FD4-723AA6C2B3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C8BDD6B-2672-4F16-8BA1-4EC0BC86530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A7BACB1-4245-4CC7-AA89-6915D752C6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168cbc784be4ebc" /><Relationship Type="http://schemas.openxmlformats.org/officeDocument/2006/relationships/slideLayout" Target="/ppt/slideLayouts/slideLayout1.xml" Id="R13bff7d50eae410b" /><Relationship Type="http://schemas.openxmlformats.org/officeDocument/2006/relationships/slideLayout" Target="/ppt/slideLayouts/slideLayout2.xml" Id="R63e38e908f514654" /><Relationship Type="http://schemas.openxmlformats.org/officeDocument/2006/relationships/slideLayout" Target="/ppt/slideLayouts/slideLayout3.xml" Id="R79472ded72b14fde" /><Relationship Type="http://schemas.openxmlformats.org/officeDocument/2006/relationships/slideLayout" Target="/ppt/slideLayouts/slideLayout4.xml" Id="R96d3fa88cad142b7" /><Relationship Type="http://schemas.openxmlformats.org/officeDocument/2006/relationships/slideLayout" Target="/ppt/slideLayouts/slideLayout5.xml" Id="Rec38db0b4d5e4068" /><Relationship Type="http://schemas.openxmlformats.org/officeDocument/2006/relationships/slideLayout" Target="/ppt/slideLayouts/slideLayout6.xml" Id="R35564e773c684cd3" /><Relationship Type="http://schemas.openxmlformats.org/officeDocument/2006/relationships/slideLayout" Target="/ppt/slideLayouts/slideLayout7.xml" Id="Ra4dda1379df24113" /><Relationship Type="http://schemas.openxmlformats.org/officeDocument/2006/relationships/slideLayout" Target="/ppt/slideLayouts/slideLayout8.xml" Id="R3bc3ad1b7a1041c5" /><Relationship Type="http://schemas.openxmlformats.org/officeDocument/2006/relationships/slideLayout" Target="/ppt/slideLayouts/slideLayout9.xml" Id="Rc092e0d35da1497d" /><Relationship Type="http://schemas.openxmlformats.org/officeDocument/2006/relationships/slideLayout" Target="/ppt/slideLayouts/slideLayout10.xml" Id="R0b674b6f17154e17" /><Relationship Type="http://schemas.openxmlformats.org/officeDocument/2006/relationships/slideLayout" Target="/ppt/slideLayouts/slideLayout11.xml" Id="R5122c6790875479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C4BB7E-9529-4984-8F99-B61B3046A8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795FD18-6B8F-43D5-B54F-5BB5832956D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6F543DB-9511-479A-BC79-698E8633869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2011118-513A-44EC-9B6E-FF507285507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DF6F268-63CA-43D5-B9B7-B263B157FE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3bff7d50eae410b"/>
    <p:sldLayoutId xmlns:r="http://schemas.openxmlformats.org/officeDocument/2006/relationships" id="2147483650" r:id="R63e38e908f514654"/>
    <p:sldLayoutId xmlns:r="http://schemas.openxmlformats.org/officeDocument/2006/relationships" id="2147483651" r:id="R79472ded72b14fde"/>
    <p:sldLayoutId xmlns:r="http://schemas.openxmlformats.org/officeDocument/2006/relationships" id="2147483652" r:id="R96d3fa88cad142b7"/>
    <p:sldLayoutId xmlns:r="http://schemas.openxmlformats.org/officeDocument/2006/relationships" id="2147483653" r:id="Rec38db0b4d5e4068"/>
    <p:sldLayoutId xmlns:r="http://schemas.openxmlformats.org/officeDocument/2006/relationships" id="2147483654" r:id="R35564e773c684cd3"/>
    <p:sldLayoutId xmlns:r="http://schemas.openxmlformats.org/officeDocument/2006/relationships" id="2147483655" r:id="Ra4dda1379df24113"/>
    <p:sldLayoutId xmlns:r="http://schemas.openxmlformats.org/officeDocument/2006/relationships" id="2147483656" r:id="R3bc3ad1b7a1041c5"/>
    <p:sldLayoutId xmlns:r="http://schemas.openxmlformats.org/officeDocument/2006/relationships" id="2147483657" r:id="Rc092e0d35da1497d"/>
    <p:sldLayoutId xmlns:r="http://schemas.openxmlformats.org/officeDocument/2006/relationships" id="2147483658" r:id="R0b674b6f17154e17"/>
    <p:sldLayoutId xmlns:r="http://schemas.openxmlformats.org/officeDocument/2006/relationships" id="2147483659" r:id="R5122c6790875479b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6eb1d46332943e1" /><Relationship Type="http://schemas.openxmlformats.org/officeDocument/2006/relationships/notesSlide" Target="/ppt/notesSlides/notesSlide1.xml" Id="Rf320a2bc9295457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1b6f1927c6c4b75" /><Relationship Type="http://schemas.openxmlformats.org/officeDocument/2006/relationships/notesSlide" Target="/ppt/notesSlides/notesSlide2.xml" Id="R1778ddabb3b54a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08a46c3de4e4aa8" /><Relationship Type="http://schemas.openxmlformats.org/officeDocument/2006/relationships/notesSlide" Target="/ppt/notesSlides/notesSlide3.xml" Id="Rd4dabeccac46426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05efc6d9bdd4c90" /><Relationship Type="http://schemas.openxmlformats.org/officeDocument/2006/relationships/notesSlide" Target="/ppt/notesSlides/notesSlide4.xml" Id="Rcc894b580e2d4c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3895606db1441c" /><Relationship Type="http://schemas.openxmlformats.org/officeDocument/2006/relationships/notesSlide" Target="/ppt/notesSlides/notesSlide5.xml" Id="Rbd0e9b784c684d6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0676c253f7c43c4" /><Relationship Type="http://schemas.openxmlformats.org/officeDocument/2006/relationships/notesSlide" Target="/ppt/notesSlides/notesSlide6.xml" Id="R29ed74629fea431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1af1722d847406a" /><Relationship Type="http://schemas.openxmlformats.org/officeDocument/2006/relationships/notesSlide" Target="/ppt/notesSlides/notesSlide7.xml" Id="Re3438e678c814cc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1a18555c08d4ab9" /><Relationship Type="http://schemas.openxmlformats.org/officeDocument/2006/relationships/notesSlide" Target="/ppt/notesSlides/notesSlide8.xml" Id="Rf5de6580829a498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4635e57719c4167" /><Relationship Type="http://schemas.openxmlformats.org/officeDocument/2006/relationships/notesSlide" Target="/ppt/notesSlides/notesSlide9.xml" Id="Rac0706886c714e7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1d96bec538d4c0a" /><Relationship Type="http://schemas.openxmlformats.org/officeDocument/2006/relationships/notesSlide" Target="/ppt/notesSlides/notesSlide10.xml" Id="R0b72bad6561a45a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161b462c0fd4921" /><Relationship Type="http://schemas.openxmlformats.org/officeDocument/2006/relationships/notesSlide" Target="/ppt/notesSlides/notesSlide11.xml" Id="Rdeb34d4de5114b1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7d40ad3b75d4d4d" /><Relationship Type="http://schemas.openxmlformats.org/officeDocument/2006/relationships/notesSlide" Target="/ppt/notesSlides/notesSlide12.xml" Id="Rde867444a5af405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618F65A-CAB0-4709-9E4C-614E80EC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1098540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Scout the Skills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1265495-A4B2-488B-ADA4-FF11ABB7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1098540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Govern the Trust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930418C-E174-4321-9A8E-BA2FE1AA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60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skills locator</a:t>
            </a:r>
          </a:p>
        </p:txBody>
      </p:sp>
      <p:sp>
        <p:nvSpPr>
          <p:cNvPr id="5" name="Connector 4">
            <a:extLst xmlns:a="http://schemas.openxmlformats.org/drawingml/2006/main">
              <a:ext uri="{FF2B5EF4-FFF2-40B4-BE49-F238E27FC236}">
                <a16:creationId xmlns:a16="http://schemas.microsoft.com/office/drawing/2014/main" id="{272BD516-8B79-4B7B-BFCD-09BBA236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76581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B8BCC4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C52354-E75D-4F3F-8A62-DCFB2DA0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43400"/>
            <a:ext cx="838200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Discover broadly. Trust exact revisions. Publish deliberately.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5F944FF-BB10-4019-94AF-A5E2D660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5039029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73FE74F-0809-423E-8C90-DB0B77A8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SKILLS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35B76BE-D0BA-4695-9A8A-825ECBA3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Choose the right organizational artifact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A774963-A93D-4F44-A3F3-E02D5880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4E25FBF-1B53-43AB-BE51-F42D2B17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Skill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62F9951-DE69-47D4-B2D8-23B47D94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01CC13-E99C-4431-B7D3-F3120D20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interpreted procedure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254F0B5-5276-473C-A6C3-61DBC565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4F54065-B256-46AA-8EB9-CCDA86D1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portable expertise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DBB7C7E-154A-4FF7-BA0E-96C77696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260F9CA-AE4A-42C6-BB0D-5B8A1507E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triggered context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3276CC7-957D-4AAA-957E-28900A93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CE66595-9FCC-485C-B6FA-6A7DAB6D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Not a skill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E71878F-F7DC-4D5F-99EA-937F8765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352FEDF-1B3B-414A-B8FE-01A037E7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agent = role + authority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2FBF6AE-7B76-4EDA-B35A-48B9C971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07B6E5A-147A-4863-91D5-DDF6A280A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rule = non-negotiable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836A6EB-454C-4539-85B8-791C2817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3E621DB-4542-4190-B893-01C1C89B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tool = capability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F4D6BCC-6CC6-4061-BF82-9D8D61D7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Memory and code remain durable contracts.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11012BD-4392-499D-83F3-C34EF1CC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2962565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BC3E65-CD8E-4258-BBA7-FBB3DA20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SKILLS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1C06E26-6C1C-41E1-BB0F-7494C754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Build a repeatable scouting cycle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19B5BB-53ED-45BD-858C-DA10DEAF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62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1F464FB-5506-405A-B7CA-30969804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Scout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26DC049-A621-4164-864E-EC7A2033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configured sources</a:t>
            </a:r>
          </a:p>
        </p:txBody>
      </p:sp>
      <p:sp>
        <p:nvSpPr>
          <p:cNvPr id="7" name="Right Arrow 6">
            <a:extLst xmlns:a="http://schemas.openxmlformats.org/drawingml/2006/main">
              <a:ext uri="{FF2B5EF4-FFF2-40B4-BE49-F238E27FC236}">
                <a16:creationId xmlns:a16="http://schemas.microsoft.com/office/drawing/2014/main" id="{26B7A7F7-4B6A-4405-BCFD-10A8AA40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D393830-B193-4A84-9811-0BF2152D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6E00B8-508D-4C38-B105-839D8460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Diff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A8074C0-01B8-4E2C-8B83-881A3D88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new + changed</a:t>
            </a:r>
          </a:p>
        </p:txBody>
      </p:sp>
      <p:sp>
        <p:nvSpPr>
          <p:cNvPr id="11" name="Right Arrow 10">
            <a:extLst xmlns:a="http://schemas.openxmlformats.org/drawingml/2006/main">
              <a:ext uri="{FF2B5EF4-FFF2-40B4-BE49-F238E27FC236}">
                <a16:creationId xmlns:a16="http://schemas.microsoft.com/office/drawing/2014/main" id="{2A7BBCDF-CA08-4F6F-BD11-03E7CF9B0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0DFADCD-D56C-4BF4-8E66-AD29A697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5DEC688-39BB-44F9-B371-B0BC2CCA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Triage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BECB323-F656-49A1-A086-D7FB191C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by relevance</a:t>
            </a:r>
          </a:p>
        </p:txBody>
      </p:sp>
      <p:sp>
        <p:nvSpPr>
          <p:cNvPr id="15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845C5803-4C0A-4D84-B757-B0DC4D98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0C12E7F-4B24-48F3-A85A-7E53A49D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DF11AE8-4DDE-412A-B386-6FF61163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Evaluate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0E0AE7B-017A-41A0-8DF0-1A168CE5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with evidence</a:t>
            </a:r>
          </a:p>
        </p:txBody>
      </p:sp>
      <p:sp>
        <p:nvSpPr>
          <p:cNvPr id="19" name="Right Arrow 18">
            <a:extLst xmlns:a="http://schemas.openxmlformats.org/drawingml/2006/main">
              <a:ext uri="{FF2B5EF4-FFF2-40B4-BE49-F238E27FC236}">
                <a16:creationId xmlns:a16="http://schemas.microsoft.com/office/drawing/2014/main" id="{1A0ED9EC-B0C5-4AE5-903D-91023F78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ED3EE0D-1E8B-4B4B-82E3-95A5AA55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C68328E-9705-4F28-9653-EFD73396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837A930-363C-461A-9C95-C60E3FA1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scope or reject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C45975A-3670-44C4-855A-F8EE60BB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Discovery may automate. Adoption follows policy.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A8815D6-54CF-44A7-BC95-3DE94F2B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1299603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F1F54D3-C0A2-442D-AC8B-CFC8D2ED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SKILLS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6CCE8D1-62A8-47ED-AAD8-A8CD228AE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Availability has scope and precedence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437B3D1-282E-40D4-9207-9A644A48D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Personal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23B787D-5CEC-48CA-B9A9-1115DDC3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one person or machine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3D7E6CE-3DA9-488D-AAE8-DB27B48B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Project/team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25A098B-E7E2-4B9B-BBE0-D75ACA7F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242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repository and shared practice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0F29470-A6F5-474E-8882-BAE984615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624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Enterprise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71EE6CA-87CA-40C8-A6D5-780B214B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434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corporate policy and capability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BDC2060-A2AE-4FBA-B558-40518F54D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62450"/>
            <a:ext cx="49720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Conflict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778C60E-5D00-42DF-9ACC-439ED1949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43450"/>
            <a:ext cx="497205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higher policy wins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26056DC-A527-42BD-9730-A743B6A94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0772247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C5FC31F-B11B-478F-A634-2C8F60048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SKILLS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1BD8FC9-E334-48BD-A697-6488F5B82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The matrix makes trust discussable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4562BDE-CBD9-4D56-B795-675E03D6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5500193-E75D-42A7-83E3-F2B88BA0B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Discovery signals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42B017-3DCB-40BB-A3A9-F60C768A3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E139460-1E14-46DC-86C8-3F4496B04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source + revision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4BC2C72-AF7A-4E30-B475-3B4BE1C8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BF1087B-49F5-4838-A0B2-E249A0EB8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category + maturity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44779C2-35C8-40CC-8D5F-6E11CDE14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BD16D73-83E8-4D4E-8D28-0B99FC37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relevance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B2B0BCD-3005-4E48-8A31-6075F88AF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982E0B2-C9B8-4170-B852-B772006F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Trust evidence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898AF2-D75E-4499-9E56-D863FFCE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7A39975-2A75-4391-9F68-10C459BC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permissions + scripts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5AEB453-1E32-47CF-A818-BD6E2B06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7A01A3B-BC9E-4494-BFF7-2F2B1A6B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triggers + tests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A5F6AD5-BCD2-4F5D-8F0A-41DD3ABC6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E0798D3-34BB-43E7-BF79-DD08DDDE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owner + review date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032043C-3FF0-42E3-8EF4-E1322EBA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1927172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439BDA-BE03-4487-A9C2-BC70BE8E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SKILLS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049699B-7BC6-4B45-B4B4-C61B13C2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Evaluate the exact revision—not the name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7699215-11DF-4EBB-B181-88CE4310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1BAA5B9-9A93-42A3-A5F4-C55253E14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Fit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8907F8-E810-4F1F-9BD7-20E95668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DC5F259-0AFD-4021-8571-2568ABCF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problem + relevance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AAA2C-B430-4D8A-93F4-60D1EE9F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FBABECB-B82D-4DA1-9AF4-7E572BB0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capability or preference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000C3FB-8DFB-44A9-A5E0-E6F8B1C3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77A5696-11B9-4A9C-B27C-EEFBF6B4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maturity + maintenance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10A59B9-FBEE-4B97-AB35-AF0F46B1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2627E58-FAA8-4597-8C13-B1ADC014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006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context cost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4038D74-6490-41E7-BD8B-EAC92E7E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CD04CF0-8808-4A1D-BA53-2A677DE5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Trust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60BDB70-BAED-40E4-B91C-2C4AAD35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27CFAF0-9E23-40D8-9ED4-D00DD335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provenance + license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C696C26-DC2C-49A9-A88D-8ADAF8B2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A6236A9-FC90-4F1A-A709-59FA5D9C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scripts + permissions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672EACD-3B76-4F23-98A9-7D7BA45C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0C3D87FD-E685-4C0B-B253-8C987010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dependencies + collisions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85E6326-5308-46EA-ACF4-41F04146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0006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59C2F4F-CE25-4457-9A6B-08C650AF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006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tests + uncertainty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931FA53-003B-4C8E-8D6F-DFDC1964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8287823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294AAF-E7BB-4749-A639-DB185891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SKILLS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2B946AC-E0D8-48C4-9993-1C453DBC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Skills need tests too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6772D7F-A09B-4E5C-8AE5-64C6AB8A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CAF8E6-CF96-4805-9CFC-766AD48B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Trigger tests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E43DFE-9DAD-48C9-A3E6-87717DE8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should / should not / collisions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F6CAFF3-5BFE-47A0-A6A7-3B6CDA43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03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66CD3E0-B6C5-490D-8EEE-37F09D327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08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Behavior tests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F829B8C-5694-4015-9028-E602564D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08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steps / outputs / prohibitions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ABFD604-73C6-4C04-9512-D655C09B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7200" y="3143250"/>
            <a:ext cx="34290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BA02880-7C5C-4928-8CCD-3582E681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7700" y="33909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Compatibility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CCEA62F-9434-4289-A60D-59457E7E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7700" y="3886200"/>
            <a:ext cx="3048000" cy="10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tools / dependencies / context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9FA40E-0BD4-467F-A306-79567737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Evidence makes portability a claim you can defend.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111E0EA-711B-42F2-AF95-B2096C5D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1810537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1BC3E65-CD8E-4258-BBA7-FBB3DA20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SKILLS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1C06E26-6C1C-41E1-BB0F-7494C754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Inspect before authority grows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19B5BB-53ED-45BD-858C-DA10DEAF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62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1F464FB-5506-405A-B7CA-30969804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Read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26DC049-A621-4164-864E-EC7A2033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every file</a:t>
            </a:r>
          </a:p>
        </p:txBody>
      </p:sp>
      <p:sp>
        <p:nvSpPr>
          <p:cNvPr id="7" name="Right Arrow 6">
            <a:extLst xmlns:a="http://schemas.openxmlformats.org/drawingml/2006/main">
              <a:ext uri="{FF2B5EF4-FFF2-40B4-BE49-F238E27FC236}">
                <a16:creationId xmlns:a16="http://schemas.microsoft.com/office/drawing/2014/main" id="{26B7A7F7-4B6A-4405-BCFD-10A8AA40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D393830-B193-4A84-9811-0BF2152D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6E00B8-508D-4C38-B105-839D8460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Trace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A8074C0-01B8-4E2C-8B83-881A3D88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tools + network</a:t>
            </a:r>
          </a:p>
        </p:txBody>
      </p:sp>
      <p:sp>
        <p:nvSpPr>
          <p:cNvPr id="11" name="Right Arrow 10">
            <a:extLst xmlns:a="http://schemas.openxmlformats.org/drawingml/2006/main">
              <a:ext uri="{FF2B5EF4-FFF2-40B4-BE49-F238E27FC236}">
                <a16:creationId xmlns:a16="http://schemas.microsoft.com/office/drawing/2014/main" id="{2A7BBCDF-CA08-4F6F-BD11-03E7CF9B0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0DFADCD-D56C-4BF4-8E66-AD29A697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5DEC688-39BB-44F9-B371-B0BC2CCA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Test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BECB323-F656-49A1-A086-D7FB191C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in isolation</a:t>
            </a:r>
          </a:p>
        </p:txBody>
      </p:sp>
      <p:sp>
        <p:nvSpPr>
          <p:cNvPr id="15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845C5803-4C0A-4D84-B757-B0DC4D98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0C12E7F-4B24-48F3-A85A-7E53A49D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DF11AE8-4DDE-412A-B386-6FF61163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Constrain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0E0AE7B-017A-41A0-8DF0-1A168CE5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data + authority</a:t>
            </a:r>
          </a:p>
        </p:txBody>
      </p:sp>
      <p:sp>
        <p:nvSpPr>
          <p:cNvPr id="19" name="Right Arrow 18">
            <a:extLst xmlns:a="http://schemas.openxmlformats.org/drawingml/2006/main">
              <a:ext uri="{FF2B5EF4-FFF2-40B4-BE49-F238E27FC236}">
                <a16:creationId xmlns:a16="http://schemas.microsoft.com/office/drawing/2014/main" id="{1A0ED9EC-B0C5-4AE5-903D-91023F78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943350"/>
            <a:ext cx="3429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ED3EE0D-1E8B-4B4B-82E3-95A5AA55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314700"/>
            <a:ext cx="19812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C68328E-9705-4F28-9653-EFD73396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694700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837A930-363C-461A-9C95-C60E3FA1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114800"/>
            <a:ext cx="1790700" cy="5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3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with evidence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C45975A-3670-44C4-855A-F8EE60BB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81600"/>
            <a:ext cx="8839200" cy="6000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Instruction-only skills can still be dangerous.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A8815D6-54CF-44A7-BC95-3DE94F2B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1299603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3899A8D-4177-4777-B1E5-D45D13FAE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SKILLS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3D9CFC8-372D-44CF-92DE-E16688528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Trust must keep earning renewal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94B767C-1418-4233-8758-07AB92596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The lifecycle continues after approval.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2094C99-2458-4B33-AD71-94B7A0EA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052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CE537EB-E8E5-44CC-BFAA-4B49433F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05200"/>
            <a:ext cx="32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Sandbox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A249FA1-C810-4F74-8BDF-4966F34A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05200"/>
            <a:ext cx="60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increase scope progressively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646363B-135B-4871-9B7E-64E6DE0D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719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CA23EBE-B518-41AD-9AA5-12F61A71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71925"/>
            <a:ext cx="32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Pin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BC69078-1E6A-4C4B-B19C-82A0AA224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971925"/>
            <a:ext cx="60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approve an exact revision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D324D23-580C-4246-973C-77E517B7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386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00CE280-A269-42D8-B2C8-0E504F391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38650"/>
            <a:ext cx="32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Measure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4E3CA5B-CCEE-43FC-8B58-E41671EF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438650"/>
            <a:ext cx="60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outcomes and collisions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E2FC61D-D6C2-42D2-B050-95C65CF12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053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54B7DD1-75F5-4DA4-B029-0A01FAE87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05375"/>
            <a:ext cx="32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Retire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87C48FF-ECD4-41D4-86A5-8998E6D46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905375"/>
            <a:ext cx="600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50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re-review, supersede, revoke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16B087E-A351-456D-B61F-63D70D96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6283747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7B21ACF-620B-40C9-B220-C3D13395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Return with a decision, not a favorite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5775F2-43BD-48FD-B7FA-C752A9C01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Compare the evaluation, not just the catalog.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A5276D5-814B-4F6E-A917-AE604E80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Report back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7DD915C-0D3F-4C87-9C07-1AA15F99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957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DEE523B-D0FF-4D35-B31A-2DC74B4A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95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What looked useful?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F1F4381-F411-4E87-94B9-67805321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624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696FD64-6812-436A-99DA-D116EDB2B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62425"/>
            <a:ext cx="95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What failed review?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AB7670A-86BE-4724-9018-2188A704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291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66C9B19-AC43-4FDB-811F-F1FE1DF4B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29150"/>
            <a:ext cx="95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What scope fits?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4BA07BE-4C64-4525-B260-B3E5F02F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95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D470166-B36F-473B-B901-56DFE0E8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95875"/>
            <a:ext cx="95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2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What triggers re-review?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7E78472-E93F-4686-8876-181F822D4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4813345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439BDA-BE03-4487-A9C2-BC70BE8E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25" b="1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SKILLS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049699B-7BC6-4B45-B4B4-C61B13C2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76300"/>
            <a:ext cx="10985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7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The locator proves discovery became governable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7699215-11DF-4EBB-B181-88CE4310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4972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1BAA5B9-9A93-42A3-A5F4-C55253E14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Product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8907F8-E810-4F1F-9BD7-20E95668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DC5F259-0AFD-4021-8571-2568ABCF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refreshable catalog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AAA2C-B430-4D8A-93F4-60D1EE9F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FBABECB-B82D-4DA1-9AF4-7E572BB0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run-to-run diff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000C3FB-8DFB-44A9-A5E0-E6F8B1C3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77A5696-11B9-4A9C-B27C-EEFBF6B4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full folder preview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10A59B9-FBEE-4B97-AB35-AF0F46B1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2627E58-FAA8-4597-8C13-B1ADC014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006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search + matrix filters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4038D74-6490-41E7-BD8B-EAC92E7E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4972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6"/>
          </a:solidFill>
          <a:ln xmlns:a="http://schemas.openxmlformats.org/drawingml/2006/main" w="9525">
            <a:solidFill>
              <a:srgbClr val="B8BCC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CD04CF0-8808-4A1D-BA53-2A677DE5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3250"/>
            <a:ext cx="443865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Judgment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60BDB70-BAED-40E4-B91C-2C4AAD35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27CFAF0-9E23-40D8-9ED4-D00DD335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005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three evaluations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C696C26-DC2C-49A9-A88D-8ADAF8B2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3387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A6236A9-FC90-4F1A-A709-59FA5D9C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3387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one rejection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672EACD-3B76-4F23-98A9-7D7BA45C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0C3D87FD-E685-4C0B-B253-8C987010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6672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one sandbox candidate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85E6326-5308-46EA-ACF4-41F04146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000625"/>
            <a:ext cx="2095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1">
                <a:solidFill>
                  <a:srgbClr val="3D8DFF"/>
                </a:solidFill>
                <a:latin typeface="Calibri"/>
                <a:ea typeface="Calibri"/>
                <a:cs typeface="Calibri"/>
              </a:rPr>
              <a:t>•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59C2F4F-CE25-4457-9A6B-08C650AF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006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scope + owner + expiry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931FA53-003B-4C8E-8D6F-DFDC1964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8287823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618F65A-CAB0-4709-9E4C-614E80EC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1098540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Find More Skills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1265495-A4B2-488B-ADA4-FF11ABB7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1098540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350" b="1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Trust Fewer—Better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930418C-E174-4321-9A8E-BA2FE1AA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600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Phase 05 closes with judgment</a:t>
            </a:r>
          </a:p>
        </p:txBody>
      </p:sp>
      <p:sp>
        <p:nvSpPr>
          <p:cNvPr id="5" name="Connector 4">
            <a:extLst xmlns:a="http://schemas.openxmlformats.org/drawingml/2006/main">
              <a:ext uri="{FF2B5EF4-FFF2-40B4-BE49-F238E27FC236}">
                <a16:creationId xmlns:a16="http://schemas.microsoft.com/office/drawing/2014/main" id="{272BD516-8B79-4B7B-BFCD-09BBA236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76581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rgbClr val="B8BCC4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C52354-E75D-4F3F-8A62-DCFB2DA0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43400"/>
            <a:ext cx="838200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Phase 05.5 turns the locator into a persistent organizational registry.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5F944FF-BB10-4019-94AF-A5E2D660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4008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75" b="0">
                <a:solidFill>
                  <a:srgbClr val="60646C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5039029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2026-07-27T19:52:20.6480000Z</dcterms:created>
  <dcterms:modified xsi:type="dcterms:W3CDTF">2026-07-27T19:52:20.6480000Z</dcterms:modified>
</coreProperties>
</file>