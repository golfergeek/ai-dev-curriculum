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bcf5a5d4da444f" /><Relationship Type="http://schemas.openxmlformats.org/officeDocument/2006/relationships/extended-properties" Target="/docProps/app.xml" Id="R9b3780e61b25439a" /><Relationship Type="http://schemas.openxmlformats.org/officeDocument/2006/relationships/officeDocument" Target="/ppt/presentation.xml" Id="Rd11aa788d57647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97a48f5f654dd9"/>
  </p:sldMasterIdLst>
  <p:notesMasterIdLst>
    <p:notesMasterId xmlns:r="http://schemas.openxmlformats.org/officeDocument/2006/relationships" r:id="R71c770d8e7bc4537"/>
  </p:notesMasterIdLst>
  <p:sldIdLst>
    <p:sldId xmlns:r="http://schemas.openxmlformats.org/officeDocument/2006/relationships" id="256" r:id="R8ee163daeffd400b"/>
    <p:sldId xmlns:r="http://schemas.openxmlformats.org/officeDocument/2006/relationships" id="257" r:id="R3320ec1cbc2d44e2"/>
    <p:sldId xmlns:r="http://schemas.openxmlformats.org/officeDocument/2006/relationships" id="258" r:id="R5969d51d083d4b15"/>
    <p:sldId xmlns:r="http://schemas.openxmlformats.org/officeDocument/2006/relationships" id="259" r:id="R5a32ba7816534734"/>
    <p:sldId xmlns:r="http://schemas.openxmlformats.org/officeDocument/2006/relationships" id="260" r:id="R39ca8ecdc28b4c0a"/>
    <p:sldId xmlns:r="http://schemas.openxmlformats.org/officeDocument/2006/relationships" id="261" r:id="R6090f6b9a4ab4722"/>
    <p:sldId xmlns:r="http://schemas.openxmlformats.org/officeDocument/2006/relationships" id="262" r:id="Rbc967b4cfcd94270"/>
    <p:sldId xmlns:r="http://schemas.openxmlformats.org/officeDocument/2006/relationships" id="263" r:id="R148923668b4e404f"/>
    <p:sldId xmlns:r="http://schemas.openxmlformats.org/officeDocument/2006/relationships" id="264" r:id="R840952fd78c64c13"/>
    <p:sldId xmlns:r="http://schemas.openxmlformats.org/officeDocument/2006/relationships" id="265" r:id="Rc81404bd895e46a1"/>
    <p:sldId xmlns:r="http://schemas.openxmlformats.org/officeDocument/2006/relationships" id="266" r:id="Re6372310cf1e48e2"/>
    <p:sldId xmlns:r="http://schemas.openxmlformats.org/officeDocument/2006/relationships" id="267" r:id="R760cabcc30154e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897110ebae4840" /><Relationship Type="http://schemas.openxmlformats.org/officeDocument/2006/relationships/slideMaster" Target="/ppt/slideMasters/slideMaster1.xml" Id="Rab97a48f5f654dd9" /><Relationship Type="http://schemas.openxmlformats.org/officeDocument/2006/relationships/notesMaster" Target="/ppt/notesMasters/notesMaster1.xml" Id="R71c770d8e7bc4537" /><Relationship Type="http://schemas.openxmlformats.org/officeDocument/2006/relationships/presProps" Target="/ppt/presProps.xml" Id="R9a8ab08b9292439e" /><Relationship Type="http://schemas.openxmlformats.org/officeDocument/2006/relationships/viewProps" Target="/ppt/viewProps.xml" Id="Rbcab864eb48a4a72" /><Relationship Type="http://schemas.openxmlformats.org/officeDocument/2006/relationships/tableStyles" Target="/ppt/tableStyles.xml" Id="Rec7217f00c9b4d96" /><Relationship Type="http://schemas.openxmlformats.org/officeDocument/2006/relationships/slide" Target="/ppt/slides/slide1.xml" Id="R8ee163daeffd400b" /><Relationship Type="http://schemas.openxmlformats.org/officeDocument/2006/relationships/slide" Target="/ppt/slides/slide2.xml" Id="R3320ec1cbc2d44e2" /><Relationship Type="http://schemas.openxmlformats.org/officeDocument/2006/relationships/slide" Target="/ppt/slides/slide3.xml" Id="R5969d51d083d4b15" /><Relationship Type="http://schemas.openxmlformats.org/officeDocument/2006/relationships/slide" Target="/ppt/slides/slide4.xml" Id="R5a32ba7816534734" /><Relationship Type="http://schemas.openxmlformats.org/officeDocument/2006/relationships/slide" Target="/ppt/slides/slide5.xml" Id="R39ca8ecdc28b4c0a" /><Relationship Type="http://schemas.openxmlformats.org/officeDocument/2006/relationships/slide" Target="/ppt/slides/slide6.xml" Id="R6090f6b9a4ab4722" /><Relationship Type="http://schemas.openxmlformats.org/officeDocument/2006/relationships/slide" Target="/ppt/slides/slide7.xml" Id="Rbc967b4cfcd94270" /><Relationship Type="http://schemas.openxmlformats.org/officeDocument/2006/relationships/slide" Target="/ppt/slides/slide8.xml" Id="R148923668b4e404f" /><Relationship Type="http://schemas.openxmlformats.org/officeDocument/2006/relationships/slide" Target="/ppt/slides/slide9.xml" Id="R840952fd78c64c13" /><Relationship Type="http://schemas.openxmlformats.org/officeDocument/2006/relationships/slide" Target="/ppt/slides/slide10.xml" Id="Rc81404bd895e46a1" /><Relationship Type="http://schemas.openxmlformats.org/officeDocument/2006/relationships/slide" Target="/ppt/slides/slide11.xml" Id="Re6372310cf1e48e2" /><Relationship Type="http://schemas.openxmlformats.org/officeDocument/2006/relationships/slide" Target="/ppt/slides/slide12.xml" Id="R760cabcc30154e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2376dce7c54c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1ff25c38934ea8" /><Relationship Type="http://schemas.openxmlformats.org/officeDocument/2006/relationships/notesMaster" Target="/ppt/notesMasters/notesMaster1.xml" Id="Reaf09d139c7c40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71cac174ad419f" /><Relationship Type="http://schemas.openxmlformats.org/officeDocument/2006/relationships/notesMaster" Target="/ppt/notesMasters/notesMaster1.xml" Id="R619a3473356845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3284f1f84c4fca" /><Relationship Type="http://schemas.openxmlformats.org/officeDocument/2006/relationships/notesMaster" Target="/ppt/notesMasters/notesMaster1.xml" Id="R96a329bbe99e44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92cc907cd8437e" /><Relationship Type="http://schemas.openxmlformats.org/officeDocument/2006/relationships/notesMaster" Target="/ppt/notesMasters/notesMaster1.xml" Id="Rae873e14722048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e536468dbb47f4" /><Relationship Type="http://schemas.openxmlformats.org/officeDocument/2006/relationships/notesMaster" Target="/ppt/notesMasters/notesMaster1.xml" Id="R0f038419eaa64e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1d28a7949c4069" /><Relationship Type="http://schemas.openxmlformats.org/officeDocument/2006/relationships/notesMaster" Target="/ppt/notesMasters/notesMaster1.xml" Id="R2f772815145b41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7dae3bc6424977" /><Relationship Type="http://schemas.openxmlformats.org/officeDocument/2006/relationships/notesMaster" Target="/ppt/notesMasters/notesMaster1.xml" Id="Re548e22a7e334d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c1eb0a21bd4d20" /><Relationship Type="http://schemas.openxmlformats.org/officeDocument/2006/relationships/notesMaster" Target="/ppt/notesMasters/notesMaster1.xml" Id="R2323a24d321647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bc079ffeb84023" /><Relationship Type="http://schemas.openxmlformats.org/officeDocument/2006/relationships/notesMaster" Target="/ppt/notesMasters/notesMaster1.xml" Id="R69048ea89bfb4d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4383b802cc4d6e" /><Relationship Type="http://schemas.openxmlformats.org/officeDocument/2006/relationships/notesMaster" Target="/ppt/notesMasters/notesMaster1.xml" Id="R6000477756634c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386827af5f45f7" /><Relationship Type="http://schemas.openxmlformats.org/officeDocument/2006/relationships/notesMaster" Target="/ppt/notesMasters/notesMaster1.xml" Id="R2d8a831092de4c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1b33d1e90e406a" /><Relationship Type="http://schemas.openxmlformats.org/officeDocument/2006/relationships/notesMaster" Target="/ppt/notesMasters/notesMaster1.xml" Id="Rb16819a7b2c345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 and docs/ai-program.\n\n[Sources]\n- marketing/lesson-plans/phase-05.md\n[/Sources]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 and docs/ai-program.\n\n[Sources]\n- marketing/lesson-plans/phase-05.md\n[/Sources]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 and docs/ai-program.\n\n[Sources]\n- marketing/lesson-plans/phase-05.md\n[/Sources]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 and docs/ai-program.\n\n[Sources]\n- marketing/lesson-plans/phase-05.md\n[/Sources]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 and docs/ai-program.\n\n[Sources]\n- marketing/lesson-plans/phase-05.md\n[/Sources]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 and docs/ai-program.\n\n[Sources]\n- marketing/lesson-plans/phase-05.md\n[/Sources]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 and docs/ai-program.\n\n[Sources]\n- marketing/lesson-plans/phase-05.md\n[/Sources]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 and docs/ai-program.\n\n[Sources]\n- marketing/lesson-plans/phase-05.md\n[/Sources]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 and docs/ai-program.\n\n[Sources]\n- marketing/lesson-plans/phase-05.md\n[/Sources]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 and docs/ai-program.\n\n[Sources]\n- marketing/lesson-plans/phase-05.md\n[/Sources]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 and docs/ai-program.\n\n[Sources]\n- marketing/lesson-plans/phase-05.md\n[/Sources]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 and docs/ai-program.\n\n[Sources]\n- marketing/lesson-plans/phase-05.md\n[/Sources]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d7b987c224f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256b0f14440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68a585abf540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6d5db17354a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9f8508b634e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ccfd3b12b45c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847932210b40b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722eebf944a9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7d21fe92e4b0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4710493c14ab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5d457ca517463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D66ED5-5EA4-4351-AAEF-28B3444C2DE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FB35226-7D4A-4AC1-B04C-467D25BED0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88D92C5-8743-4321-AADF-AA47A4A670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38B896-E3B6-4217-80FF-E3A09A2215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DDDE1-8E65-411B-BA80-18A6213921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2CE1D9-515A-4EC4-9CBD-4D04F825A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0FD2B2-ED59-41F9-9AFF-36766BAC94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98CB91-97A0-49E9-9E9B-6F93905192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C184A2-BD01-41E7-ACDA-C3C22F47CF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9BFC32-DC90-4462-A707-DDA21DFE00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DCD49A-1605-4505-8B6A-2807F06093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BC8DA8-5BB4-4C89-BFE1-CFA35F6B3D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34D2CF-5978-4792-BD71-546F647E02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8B2FF0-2F8E-4EAB-A68C-E9F06B9C8A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E411C2-E6BF-4F97-B0E5-E3AD597685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90CDBF-52D0-4705-98DD-E5F6D77D00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F9F5CAB-B5E4-4B9F-AD32-B773118E31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0EB05A-840F-4E98-B366-16F15A8DA3F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CF6EEC5-F350-45DC-A015-16D7CF64BA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C407C25-D0F1-465C-BC86-6257ED6D95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42F1C7D-FF27-47FB-B77F-62C8BCDC90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3738EC-0FC7-463B-9987-35654CE5F4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ED12A41-81FD-451A-84E9-59A6D0762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03D7474-EBD7-4AC1-A218-94B463E3D52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322B64F-023F-45A6-980F-B2B6099E6EE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1A2B339-F0F7-44CB-BEF2-D25307D4A7C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59FEB9E-9D7C-42F8-BAA4-9A3ED2ABB6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DA8A412-48F7-4862-98FC-40A2269B34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B484D89-3F44-439D-A705-8FF9D43CB4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5F2728-0047-4738-84E3-7854EAE9B9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66B506B-A866-45F3-B62F-C55AF0C233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03FEBFE-4C9F-4158-A36E-CF88150FB0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BA7CC41-A6E2-40BE-A123-3FA1939B81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BD72295-06A6-4ACF-AF62-9054B25C5B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BE148E6-D096-4F81-A8EE-DA3E1F59B0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FE84D2E-7CA1-49C9-84C2-0F77B4F6FB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6F25DC-FF0A-486A-8889-D69E1D5365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4EBC5A-AFCD-435C-AA39-2CC9AAAC1E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FA67298-FCB8-48C2-8776-B45D98A4F18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64FA38-7C5B-4AFE-9B13-26A7C59574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92EDB11-E59F-490A-92C0-3E84681592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E40C0EA-EDDA-491B-9876-1C57084F60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4E41A6-BE11-4CBF-B2F0-003BB8B7FD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E5AC807-E97F-4E77-9445-51D4B0FD6BD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A7C9BC9-B896-4375-9850-C66D190A32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E7B465B-0AC5-4F1C-9EC6-1E6947364B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9BD5430-DB36-411E-804E-6635A302F5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F95A352-0D07-499F-95AE-B2546A256C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EACF2B-5A44-4B5A-ADB4-60B87B7AFC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F40783-FD83-4868-B410-73255E1CFA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9162D6F-2838-424C-B3A5-9606623A16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955218-6E4F-4783-91F2-3CFD30ED2F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4E8E674-7087-41CA-A8A6-19D8C27DCB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52557FB-82D1-4A3B-B9F4-3844CC7FD2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3EE512D-5C32-488F-BF1C-3A739F3F03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4DA4D74-410C-438B-9FD4-723AA6C2B3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8BDD6B-2672-4F16-8BA1-4EC0BC8653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7BACB1-4245-4CC7-AA89-6915D752C6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d3411d439f4068" /><Relationship Type="http://schemas.openxmlformats.org/officeDocument/2006/relationships/slideLayout" Target="/ppt/slideLayouts/slideLayout1.xml" Id="Ra0bdd7d36ec24a96" /><Relationship Type="http://schemas.openxmlformats.org/officeDocument/2006/relationships/slideLayout" Target="/ppt/slideLayouts/slideLayout2.xml" Id="Raeffa9f30e94424a" /><Relationship Type="http://schemas.openxmlformats.org/officeDocument/2006/relationships/slideLayout" Target="/ppt/slideLayouts/slideLayout3.xml" Id="R346dee94a44f4b7d" /><Relationship Type="http://schemas.openxmlformats.org/officeDocument/2006/relationships/slideLayout" Target="/ppt/slideLayouts/slideLayout4.xml" Id="R2686f4179f7546b7" /><Relationship Type="http://schemas.openxmlformats.org/officeDocument/2006/relationships/slideLayout" Target="/ppt/slideLayouts/slideLayout5.xml" Id="Racbbf1d868824052" /><Relationship Type="http://schemas.openxmlformats.org/officeDocument/2006/relationships/slideLayout" Target="/ppt/slideLayouts/slideLayout6.xml" Id="R1f9018afc81a407b" /><Relationship Type="http://schemas.openxmlformats.org/officeDocument/2006/relationships/slideLayout" Target="/ppt/slideLayouts/slideLayout7.xml" Id="Rade6570ee3594687" /><Relationship Type="http://schemas.openxmlformats.org/officeDocument/2006/relationships/slideLayout" Target="/ppt/slideLayouts/slideLayout8.xml" Id="R977482f8ff2c45f9" /><Relationship Type="http://schemas.openxmlformats.org/officeDocument/2006/relationships/slideLayout" Target="/ppt/slideLayouts/slideLayout9.xml" Id="Rff29f638e21540d8" /><Relationship Type="http://schemas.openxmlformats.org/officeDocument/2006/relationships/slideLayout" Target="/ppt/slideLayouts/slideLayout10.xml" Id="R607259c5ed084667" /><Relationship Type="http://schemas.openxmlformats.org/officeDocument/2006/relationships/slideLayout" Target="/ppt/slideLayouts/slideLayout11.xml" Id="Re6600dca962b491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2C4BB7E-9529-4984-8F99-B61B3046A8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795FD18-6B8F-43D5-B54F-5BB5832956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F543DB-9511-479A-BC79-698E863386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011118-513A-44EC-9B6E-FF507285507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F6F268-63CA-43D5-B9B7-B263B157FE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bdd7d36ec24a96"/>
    <p:sldLayoutId xmlns:r="http://schemas.openxmlformats.org/officeDocument/2006/relationships" id="2147483650" r:id="Raeffa9f30e94424a"/>
    <p:sldLayoutId xmlns:r="http://schemas.openxmlformats.org/officeDocument/2006/relationships" id="2147483651" r:id="R346dee94a44f4b7d"/>
    <p:sldLayoutId xmlns:r="http://schemas.openxmlformats.org/officeDocument/2006/relationships" id="2147483652" r:id="R2686f4179f7546b7"/>
    <p:sldLayoutId xmlns:r="http://schemas.openxmlformats.org/officeDocument/2006/relationships" id="2147483653" r:id="Racbbf1d868824052"/>
    <p:sldLayoutId xmlns:r="http://schemas.openxmlformats.org/officeDocument/2006/relationships" id="2147483654" r:id="R1f9018afc81a407b"/>
    <p:sldLayoutId xmlns:r="http://schemas.openxmlformats.org/officeDocument/2006/relationships" id="2147483655" r:id="Rade6570ee3594687"/>
    <p:sldLayoutId xmlns:r="http://schemas.openxmlformats.org/officeDocument/2006/relationships" id="2147483656" r:id="R977482f8ff2c45f9"/>
    <p:sldLayoutId xmlns:r="http://schemas.openxmlformats.org/officeDocument/2006/relationships" id="2147483657" r:id="Rff29f638e21540d8"/>
    <p:sldLayoutId xmlns:r="http://schemas.openxmlformats.org/officeDocument/2006/relationships" id="2147483658" r:id="R607259c5ed084667"/>
    <p:sldLayoutId xmlns:r="http://schemas.openxmlformats.org/officeDocument/2006/relationships" id="2147483659" r:id="Re6600dca962b4911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a40a4a3df264193" /><Relationship Type="http://schemas.openxmlformats.org/officeDocument/2006/relationships/notesSlide" Target="/ppt/notesSlides/notesSlide1.xml" Id="R5d6c7561ab2446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1900a3fe70486e" /><Relationship Type="http://schemas.openxmlformats.org/officeDocument/2006/relationships/notesSlide" Target="/ppt/notesSlides/notesSlide2.xml" Id="Ra4adfb925ad44a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d31877980c49ad" /><Relationship Type="http://schemas.openxmlformats.org/officeDocument/2006/relationships/notesSlide" Target="/ppt/notesSlides/notesSlide3.xml" Id="R804a95b6144345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f6a3420851490e" /><Relationship Type="http://schemas.openxmlformats.org/officeDocument/2006/relationships/notesSlide" Target="/ppt/notesSlides/notesSlide4.xml" Id="Re9e179e8f8bc45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ae79f0e32e4f23" /><Relationship Type="http://schemas.openxmlformats.org/officeDocument/2006/relationships/notesSlide" Target="/ppt/notesSlides/notesSlide5.xml" Id="R5470f565de624a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83caadf4aa4954" /><Relationship Type="http://schemas.openxmlformats.org/officeDocument/2006/relationships/notesSlide" Target="/ppt/notesSlides/notesSlide6.xml" Id="R280064afc6c849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24cdc96c7c4958" /><Relationship Type="http://schemas.openxmlformats.org/officeDocument/2006/relationships/notesSlide" Target="/ppt/notesSlides/notesSlide7.xml" Id="R222932d2dd2e4d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11dd00545f48b1" /><Relationship Type="http://schemas.openxmlformats.org/officeDocument/2006/relationships/notesSlide" Target="/ppt/notesSlides/notesSlide8.xml" Id="Rcf73ae0549f542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24678dc1f6451c" /><Relationship Type="http://schemas.openxmlformats.org/officeDocument/2006/relationships/notesSlide" Target="/ppt/notesSlides/notesSlide9.xml" Id="R42fc0dfb0c714f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dbb9d3b6384ef2" /><Relationship Type="http://schemas.openxmlformats.org/officeDocument/2006/relationships/notesSlide" Target="/ppt/notesSlides/notesSlide10.xml" Id="Re4c57cc91af046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f0bf9fcfe943a2" /><Relationship Type="http://schemas.openxmlformats.org/officeDocument/2006/relationships/notesSlide" Target="/ppt/notesSlides/notesSlide11.xml" Id="R453a4b6583fb4c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fd372c8ddb44f6" /><Relationship Type="http://schemas.openxmlformats.org/officeDocument/2006/relationships/notesSlide" Target="/ppt/notesSlides/notesSlide12.xml" Id="Rc2957b73137f41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618F65A-CAB0-4709-9E4C-614E80EC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098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Scout Capabilities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1265495-A4B2-488B-ADA4-FF11ABB7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098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Govern the Trust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30418C-E174-4321-9A8E-BA2FE1AA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60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 capability locator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272BD516-8B79-4B7B-BFCD-09BBA23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76581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B8BCC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0C52354-E75D-4F3F-8A62-DCFB2DA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Discover broadly. Trust exact revisions. Publish deliberately.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5F944FF-BB10-4019-94AF-A5E2D660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03902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73FE74F-0809-423E-8C90-DB0B77A8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 CAPABILITIES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35B76BE-D0BA-4695-9A8A-825ECBA3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Choose the right organizational artifact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A774963-A93D-4F44-A3F3-E02D5880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4E25FBF-1B53-43AB-BE51-F42D2B17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2F9951-DE69-47D4-B2D8-23B47D94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E01CC13-E99C-4431-B7D3-F3120D20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interpreted procedure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254F0B5-5276-473C-A6C3-61DBC565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4F54065-B256-46AA-8EB9-CCDA86D1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portable expertise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DBB7C7E-154A-4FF7-BA0E-96C77696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260F9CA-AE4A-42C6-BB0D-5B8A1507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triggered context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3276CC7-957D-4AAA-957E-28900A93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CE66595-9FCC-485C-B6FA-6A7DAB6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Agent / rule / tool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E71878F-F7DC-4D5F-99EA-937F8765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352FEDF-1B3B-414A-B8FE-01A037E7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agent = role + authority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2FBF6AE-7B76-4EDA-B35A-48B9C971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07B6E5A-147A-4863-91D5-DDF6A280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rule = non-negotiable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836A6EB-454C-4539-85B8-791C2817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3E621DB-4542-4190-B893-01C1C89B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tool = external capability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F4D6BCC-6CC6-4061-BF82-9D8D61D7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Memory and code remain durable contracts.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11012BD-4392-499D-83F3-C34EF1CC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296256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BC3E65-CD8E-4258-BBA7-FBB3DA20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 CAPABILITIES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C06E26-6C1C-41E1-BB0F-7494C754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Build a repeatable scouting cycle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19B5BB-53ED-45BD-858C-DA10DEA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F464FB-5506-405A-B7CA-30969804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Scout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6DC049-A621-4164-864E-EC7A2033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configured sources</a:t>
            </a:r>
          </a:p>
        </p:txBody>
      </p:sp>
      <p:sp>
        <p:nvSpPr>
          <p:cNvPr id="7" name="Right Arrow 6">
            <a:extLst xmlns:a="http://schemas.openxmlformats.org/drawingml/2006/main">
              <a:ext uri="{FF2B5EF4-FFF2-40B4-BE49-F238E27FC236}">
                <a16:creationId xmlns:a16="http://schemas.microsoft.com/office/drawing/2014/main" id="{26B7A7F7-4B6A-4405-BCFD-10A8AA40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393830-B193-4A84-9811-0BF2152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6E00B8-508D-4C38-B105-839D846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Diff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8074C0-01B8-4E2C-8B83-881A3D8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new + changed</a:t>
            </a:r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2A7BBCDF-CA08-4F6F-BD11-03E7CF9B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0DFADCD-D56C-4BF4-8E66-AD29A69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5DEC688-39BB-44F9-B371-B0BC2CCA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Triage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BECB323-F656-49A1-A086-D7FB191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by relevance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845C5803-4C0A-4D84-B757-B0DC4D98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0C12E7F-4B24-48F3-A85A-7E53A49D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F11AE8-4DDE-412A-B386-6FF6116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Evaluate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E0AE7B-017A-41A0-8DF0-1A168CE5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with evidence</a:t>
            </a:r>
          </a:p>
        </p:txBody>
      </p:sp>
      <p:sp>
        <p:nvSpPr>
          <p:cNvPr id="19" name="Right Arrow 18">
            <a:extLst xmlns:a="http://schemas.openxmlformats.org/drawingml/2006/main">
              <a:ext uri="{FF2B5EF4-FFF2-40B4-BE49-F238E27FC236}">
                <a16:creationId xmlns:a16="http://schemas.microsoft.com/office/drawing/2014/main" id="{1A0ED9EC-B0C5-4AE5-903D-91023F7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ED3EE0D-1E8B-4B4B-82E3-95A5AA5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C68328E-9705-4F28-9653-EFD73396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Decide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837A930-363C-461A-9C95-C60E3FA1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scope or reject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C45975A-3670-44C4-855A-F8EE60BB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Discovery may automate. Adoption follows policy.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A8815D6-54CF-44A7-BC95-3DE94F2B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29960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F1F54D3-C0A2-442D-AC8B-CFC8D2ED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 CAPABILITIES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6CCE8D1-62A8-47ED-AAD8-A8CD228A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Availability has scope and precedence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437B3D1-282E-40D4-9207-9A644A48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Personal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3B787D-5CEC-48CA-B9A9-1115DDC3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one person or machine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3D7E6CE-3DA9-488D-AAE8-DB27B48B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Project/team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25A098B-E7E2-4B9B-BBE0-D75ACA7F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repository and shared practice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0F29470-A6F5-474E-8882-BAE98461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Enterprise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1EE6CA-87CA-40C8-A6D5-780B214B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corporate policy and capability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BDC2060-A2AE-4FBA-B558-40518F54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Conflict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778C60E-5D00-42DF-9ACC-439ED194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higher policy wins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26056DC-A527-42BD-9730-A743B6A9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077224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C5FC31F-B11B-478F-A634-2C8F6004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 CAPABILITIES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1BD8FC9-E334-48BD-A697-6488F5B8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The matrix makes trust discussable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4562BDE-CBD9-4D56-B795-675E03D6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500193-E75D-42A7-83E3-F2B88BA0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Discovery signals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E42B017-3DCB-40BB-A3A9-F60C768A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E139460-1E14-46DC-86C8-3F4496B0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 + revision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4BC2C72-AF7A-4E30-B475-3B4BE1C8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BF1087B-49F5-4838-A0B2-E249A0EB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function + maturity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44779C2-35C8-40CC-8D5F-6E11CDE1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BD16D73-83E8-4D4E-8D28-0B99FC37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relevance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B2B0BCD-3005-4E48-8A31-6075F88A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982E0B2-C9B8-4170-B852-B772006F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Trust evidence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6898AF2-D75E-4499-9E56-D863FFCE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7A39975-2A75-4391-9F68-10C459BC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permissions + scripts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5AEB453-1E32-47CF-A818-BD6E2B06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7A01A3B-BC9E-4494-BFF7-2F2B1A6B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triggers + tests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A5F6AD5-BCD2-4F5D-8F0A-41DD3ABC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E0798D3-34BB-43E7-BF79-DD08DDDE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owner + review date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032043C-3FF0-42E3-8EF4-E1322EBA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92717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7439BDA-BE03-4487-A9C2-BC70BE8E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 CAPABILITIES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049699B-7BC6-4B45-B4B4-C61B13C2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Evaluate the exact revision—not the name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699215-11DF-4EBB-B181-88CE4310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BAA5B9-9A93-42A3-A5F4-C55253E1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8907F8-E810-4F1F-9BD7-20E95668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DC5F259-0AFD-4021-8571-2568ABCF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problem + relevance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0AAA2C-B430-4D8A-93F4-60D1EE9F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FBABECB-B82D-4DA1-9AF4-7E572BB0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kind + intended function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000C3FB-8DFB-44A9-A5E0-E6F8B1C3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77A5696-11B9-4A9C-B27C-EEFBF6B4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maturity + maintenance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0A59B9-FBEE-4B97-AB35-AF0F46B1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627E58-FAA8-4597-8C13-B1ADC014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 cost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4038D74-6490-41E7-BD8B-EAC92E7E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CD04CF0-8808-4A1D-BA53-2A677DE5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Trust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0BDB70-BAED-40E4-B91C-2C4AAD35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7CFAF0-9E23-40D8-9ED4-D00DD33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provenance + license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C696C26-DC2C-49A9-A88D-8ADAF8B2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A6236A9-FC90-4F1A-A709-59FA5D9C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scripts + permissions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672EACD-3B76-4F23-98A9-7D7BA45C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C3D87FD-E685-4C0B-B253-8C987010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dependencies + collisions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85E6326-5308-46EA-ACF4-41F0414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00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59C2F4F-CE25-4457-9A6B-08C650AF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tests + uncertainty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931FA53-003B-4C8E-8D6F-DFDC1964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28782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294AAF-E7BB-4749-A639-DB185891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 CAPABILITIES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2B946AC-E0D8-48C4-9993-1C453DBC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Skills and agents need tests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772D7F-A09B-4E5C-8AE5-64C6AB8A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CAF8E6-CF96-4805-9CFC-766AD48B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Trigger tests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E43DFE-9DAD-48C9-A3E6-87717DE8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should / should not / collisions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6CAFF3-5BFE-47A0-A6A7-3B6CDA43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3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66CD3E0-B6C5-490D-8EEE-37F09D32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Behavior tests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F829B8C-5694-4015-9028-E602564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steps / outputs / prohibitions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ABFD604-73C6-4C04-9512-D655C09B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2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BA02880-7C5C-4928-8CCD-3582E681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Compatibility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CCEA62F-9434-4289-A60D-59457E7E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tools / dependencies / context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09FA40E-0BD4-467F-A306-7956773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Evidence makes portability a claim you can defend.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111E0EA-711B-42F2-AF95-B2096C5D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181053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BC3E65-CD8E-4258-BBA7-FBB3DA20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 CAPABILITIES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C06E26-6C1C-41E1-BB0F-7494C754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Inspect before authority grows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19B5BB-53ED-45BD-858C-DA10DEA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F464FB-5506-405A-B7CA-30969804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Read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6DC049-A621-4164-864E-EC7A2033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every file</a:t>
            </a:r>
          </a:p>
        </p:txBody>
      </p:sp>
      <p:sp>
        <p:nvSpPr>
          <p:cNvPr id="7" name="Right Arrow 6">
            <a:extLst xmlns:a="http://schemas.openxmlformats.org/drawingml/2006/main">
              <a:ext uri="{FF2B5EF4-FFF2-40B4-BE49-F238E27FC236}">
                <a16:creationId xmlns:a16="http://schemas.microsoft.com/office/drawing/2014/main" id="{26B7A7F7-4B6A-4405-BCFD-10A8AA40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393830-B193-4A84-9811-0BF2152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6E00B8-508D-4C38-B105-839D846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8074C0-01B8-4E2C-8B83-881A3D8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tools + network</a:t>
            </a:r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2A7BBCDF-CA08-4F6F-BD11-03E7CF9B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0DFADCD-D56C-4BF4-8E66-AD29A69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5DEC688-39BB-44F9-B371-B0BC2CCA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BECB323-F656-49A1-A086-D7FB191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in isolation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845C5803-4C0A-4D84-B757-B0DC4D98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0C12E7F-4B24-48F3-A85A-7E53A49D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F11AE8-4DDE-412A-B386-6FF6116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Constrain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E0AE7B-017A-41A0-8DF0-1A168CE5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data + authority</a:t>
            </a:r>
          </a:p>
        </p:txBody>
      </p:sp>
      <p:sp>
        <p:nvSpPr>
          <p:cNvPr id="19" name="Right Arrow 18">
            <a:extLst xmlns:a="http://schemas.openxmlformats.org/drawingml/2006/main">
              <a:ext uri="{FF2B5EF4-FFF2-40B4-BE49-F238E27FC236}">
                <a16:creationId xmlns:a16="http://schemas.microsoft.com/office/drawing/2014/main" id="{1A0ED9EC-B0C5-4AE5-903D-91023F7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ED3EE0D-1E8B-4B4B-82E3-95A5AA5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C68328E-9705-4F28-9653-EFD73396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Decide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837A930-363C-461A-9C95-C60E3FA1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with evidence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C45975A-3670-44C4-855A-F8EE60BB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Instructions can still be dangerous.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A8815D6-54CF-44A7-BC95-3DE94F2B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29960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3899A8D-4177-4777-B1E5-D45D13FA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 CAPABILITIES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3D9CFC8-372D-44CF-92DE-E1668852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Trust must keep earning renewal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94B767C-1418-4233-8758-07AB9259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The lifecycle continues after approval.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2094C99-2458-4B33-AD71-94B7A0EA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CE537EB-E8E5-44CC-BFAA-4B49433F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32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Sandbox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A249FA1-C810-4F74-8BDF-4966F34A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05200"/>
            <a:ext cx="6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increase scope progressively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646363B-135B-4871-9B7E-64E6DE0D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CA23EBE-B518-41AD-9AA5-12F61A71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71925"/>
            <a:ext cx="32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Pin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BC69078-1E6A-4C4B-B19C-82A0AA22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71925"/>
            <a:ext cx="6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approve an exact revision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324D23-580C-4246-973C-77E517B7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00CE280-A269-42D8-B2C8-0E504F39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32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Measure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4E3CA5B-CCEE-43FC-8B58-E41671EF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38650"/>
            <a:ext cx="6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outcomes and collisions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E2FC61D-D6C2-42D2-B050-95C65CF1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54B7DD1-75F5-4DA4-B029-0A01FAE8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32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Retire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87C48FF-ECD4-41D4-86A5-8998E6D4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05375"/>
            <a:ext cx="6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re-review, supersede, revoke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16B087E-A351-456D-B61F-63D70D96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628374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7B21ACF-620B-40C9-B220-C3D13395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Return with a decision, not a favorite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05775F2-43BD-48FD-B7FA-C752A9C0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Compare the evaluation, not just the catalog.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A5276D5-814B-4F6E-A917-AE604E80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Report back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7DD915C-0D3F-4C87-9C07-1AA15F99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DEE523B-D0FF-4D35-B31A-2DC74B4A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95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What looked useful?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F1F4381-F411-4E87-94B9-67805321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696FD64-6812-436A-99DA-D116EDB2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62425"/>
            <a:ext cx="95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What failed review?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AB7670A-86BE-4724-9018-2188A704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6C9B19-AC43-4FDB-811F-F1FE1DF4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95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What scope fits?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4BA07BE-4C64-4525-B260-B3E5F02F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D470166-B36F-473B-B901-56DFE0E8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5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What triggers re-review?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7E78472-E93F-4686-8876-181F822D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81334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7439BDA-BE03-4487-A9C2-BC70BE8E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 CAPABILITIES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049699B-7BC6-4B45-B4B4-C61B13C2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The locator proves discovery became governable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699215-11DF-4EBB-B181-88CE4310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BAA5B9-9A93-42A3-A5F4-C55253E1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Product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8907F8-E810-4F1F-9BD7-20E95668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DC5F259-0AFD-4021-8571-2568ABCF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refreshable catalog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0AAA2C-B430-4D8A-93F4-60D1EE9F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FBABECB-B82D-4DA1-9AF4-7E572BB0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run-to-run diff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000C3FB-8DFB-44A9-A5E0-E6F8B1C3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77A5696-11B9-4A9C-B27C-EEFBF6B4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full package preview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0A59B9-FBEE-4B97-AB35-AF0F46B1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627E58-FAA8-4597-8C13-B1ADC014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search + matrix filters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4038D74-6490-41E7-BD8B-EAC92E7E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CD04CF0-8808-4A1D-BA53-2A677DE5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Judgment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0BDB70-BAED-40E4-B91C-2C4AAD35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7CFAF0-9E23-40D8-9ED4-D00DD33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three evaluations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C696C26-DC2C-49A9-A88D-8ADAF8B2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A6236A9-FC90-4F1A-A709-59FA5D9C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one rejection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672EACD-3B76-4F23-98A9-7D7BA45C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C3D87FD-E685-4C0B-B253-8C987010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one sandbox candidate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85E6326-5308-46EA-ACF4-41F0414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00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59C2F4F-CE25-4457-9A6B-08C650AF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scope + owner + expiry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931FA53-003B-4C8E-8D6F-DFDC1964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828782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618F65A-CAB0-4709-9E4C-614E80EC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098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Scout More Capabilities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1265495-A4B2-488B-ADA4-FF11ABB7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098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Trust Fewer—Better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30418C-E174-4321-9A8E-BA2FE1AA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60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 closes with judgment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272BD516-8B79-4B7B-BFCD-09BBA23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76581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B8BCC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0C52354-E75D-4F3F-8A62-DCFB2DA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Phase 05.5 turns the locator into a persistent organizational registry.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5F944FF-BB10-4019-94AF-A5E2D660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503902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2026-07-28T13:14:07.8420000Z</dcterms:created>
  <dcterms:modified xsi:type="dcterms:W3CDTF">2026-07-28T13:14:07.8420000Z</dcterms:modified>
</coreProperties>
</file>