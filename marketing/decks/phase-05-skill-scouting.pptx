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307f5c2eba4486" /><Relationship Type="http://schemas.openxmlformats.org/officeDocument/2006/relationships/extended-properties" Target="/docProps/app.xml" Id="Rd4cf2bda770547fb" /><Relationship Type="http://schemas.openxmlformats.org/officeDocument/2006/relationships/officeDocument" Target="/ppt/presentation.xml" Id="R30a1dc959b3248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0e953de0be4535"/>
  </p:sldMasterIdLst>
  <p:notesMasterIdLst>
    <p:notesMasterId xmlns:r="http://schemas.openxmlformats.org/officeDocument/2006/relationships" r:id="R5824f0574a414cf8"/>
  </p:notesMasterIdLst>
  <p:sldIdLst>
    <p:sldId xmlns:r="http://schemas.openxmlformats.org/officeDocument/2006/relationships" id="256" r:id="R68c8db79302f4a28"/>
    <p:sldId xmlns:r="http://schemas.openxmlformats.org/officeDocument/2006/relationships" id="257" r:id="Rde743f9f8450445d"/>
    <p:sldId xmlns:r="http://schemas.openxmlformats.org/officeDocument/2006/relationships" id="258" r:id="R39fcb1ea1abe4ead"/>
    <p:sldId xmlns:r="http://schemas.openxmlformats.org/officeDocument/2006/relationships" id="259" r:id="Rf82a0bdb10024faf"/>
    <p:sldId xmlns:r="http://schemas.openxmlformats.org/officeDocument/2006/relationships" id="260" r:id="Rf713e9a9781b4845"/>
    <p:sldId xmlns:r="http://schemas.openxmlformats.org/officeDocument/2006/relationships" id="261" r:id="Rf060f58b854c451b"/>
    <p:sldId xmlns:r="http://schemas.openxmlformats.org/officeDocument/2006/relationships" id="262" r:id="Rbe855c566cb64ffa"/>
    <p:sldId xmlns:r="http://schemas.openxmlformats.org/officeDocument/2006/relationships" id="263" r:id="Rcccf7f7ac1744b70"/>
    <p:sldId xmlns:r="http://schemas.openxmlformats.org/officeDocument/2006/relationships" id="264" r:id="Re76bd76523bc4398"/>
    <p:sldId xmlns:r="http://schemas.openxmlformats.org/officeDocument/2006/relationships" id="265" r:id="Rb1b48e741d7340e1"/>
    <p:sldId xmlns:r="http://schemas.openxmlformats.org/officeDocument/2006/relationships" id="266" r:id="R3aaa9f9db10841e8"/>
    <p:sldId xmlns:r="http://schemas.openxmlformats.org/officeDocument/2006/relationships" id="267" r:id="R61a678c0f971471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f69d28dbdf4e25" /><Relationship Type="http://schemas.openxmlformats.org/officeDocument/2006/relationships/slideMaster" Target="/ppt/slideMasters/slideMaster1.xml" Id="R9d0e953de0be4535" /><Relationship Type="http://schemas.openxmlformats.org/officeDocument/2006/relationships/notesMaster" Target="/ppt/notesMasters/notesMaster1.xml" Id="R5824f0574a414cf8" /><Relationship Type="http://schemas.openxmlformats.org/officeDocument/2006/relationships/presProps" Target="/ppt/presProps.xml" Id="Rc1100c21450643d3" /><Relationship Type="http://schemas.openxmlformats.org/officeDocument/2006/relationships/viewProps" Target="/ppt/viewProps.xml" Id="R3d369e20e4944e86" /><Relationship Type="http://schemas.openxmlformats.org/officeDocument/2006/relationships/tableStyles" Target="/ppt/tableStyles.xml" Id="R3c0032448cba400c" /><Relationship Type="http://schemas.openxmlformats.org/officeDocument/2006/relationships/slide" Target="/ppt/slides/slide1.xml" Id="R68c8db79302f4a28" /><Relationship Type="http://schemas.openxmlformats.org/officeDocument/2006/relationships/slide" Target="/ppt/slides/slide2.xml" Id="Rde743f9f8450445d" /><Relationship Type="http://schemas.openxmlformats.org/officeDocument/2006/relationships/slide" Target="/ppt/slides/slide3.xml" Id="R39fcb1ea1abe4ead" /><Relationship Type="http://schemas.openxmlformats.org/officeDocument/2006/relationships/slide" Target="/ppt/slides/slide4.xml" Id="Rf82a0bdb10024faf" /><Relationship Type="http://schemas.openxmlformats.org/officeDocument/2006/relationships/slide" Target="/ppt/slides/slide5.xml" Id="Rf713e9a9781b4845" /><Relationship Type="http://schemas.openxmlformats.org/officeDocument/2006/relationships/slide" Target="/ppt/slides/slide6.xml" Id="Rf060f58b854c451b" /><Relationship Type="http://schemas.openxmlformats.org/officeDocument/2006/relationships/slide" Target="/ppt/slides/slide7.xml" Id="Rbe855c566cb64ffa" /><Relationship Type="http://schemas.openxmlformats.org/officeDocument/2006/relationships/slide" Target="/ppt/slides/slide8.xml" Id="Rcccf7f7ac1744b70" /><Relationship Type="http://schemas.openxmlformats.org/officeDocument/2006/relationships/slide" Target="/ppt/slides/slide9.xml" Id="Re76bd76523bc4398" /><Relationship Type="http://schemas.openxmlformats.org/officeDocument/2006/relationships/slide" Target="/ppt/slides/slide10.xml" Id="Rb1b48e741d7340e1" /><Relationship Type="http://schemas.openxmlformats.org/officeDocument/2006/relationships/slide" Target="/ppt/slides/slide11.xml" Id="R3aaa9f9db10841e8" /><Relationship Type="http://schemas.openxmlformats.org/officeDocument/2006/relationships/slide" Target="/ppt/slides/slide12.xml" Id="R61a678c0f97147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83fac3436d44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ea981dffa2480e" /><Relationship Type="http://schemas.openxmlformats.org/officeDocument/2006/relationships/notesMaster" Target="/ppt/notesMasters/notesMaster1.xml" Id="Rf4fef213b0d641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ce087a2cfb4090" /><Relationship Type="http://schemas.openxmlformats.org/officeDocument/2006/relationships/notesMaster" Target="/ppt/notesMasters/notesMaster1.xml" Id="R4e8f4f5ed18d4f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79b41e0b344e32" /><Relationship Type="http://schemas.openxmlformats.org/officeDocument/2006/relationships/notesMaster" Target="/ppt/notesMasters/notesMaster1.xml" Id="R136bb01ea941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b7c2bbfd40461a" /><Relationship Type="http://schemas.openxmlformats.org/officeDocument/2006/relationships/notesMaster" Target="/ppt/notesMasters/notesMaster1.xml" Id="R9d235b14e69343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6e0aac463444e6" /><Relationship Type="http://schemas.openxmlformats.org/officeDocument/2006/relationships/notesMaster" Target="/ppt/notesMasters/notesMaster1.xml" Id="R3da98988c58e40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7f9a80041b44cc" /><Relationship Type="http://schemas.openxmlformats.org/officeDocument/2006/relationships/notesMaster" Target="/ppt/notesMasters/notesMaster1.xml" Id="R857a86f38b864c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07db1b3f124de1" /><Relationship Type="http://schemas.openxmlformats.org/officeDocument/2006/relationships/notesMaster" Target="/ppt/notesMasters/notesMaster1.xml" Id="Rd5a653a2264742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6980d784e14486" /><Relationship Type="http://schemas.openxmlformats.org/officeDocument/2006/relationships/notesMaster" Target="/ppt/notesMasters/notesMaster1.xml" Id="Rb0b1726605ce47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60e84f164540eb" /><Relationship Type="http://schemas.openxmlformats.org/officeDocument/2006/relationships/notesMaster" Target="/ppt/notesMasters/notesMaster1.xml" Id="Red966c75c8024d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6af020eefb4e94" /><Relationship Type="http://schemas.openxmlformats.org/officeDocument/2006/relationships/notesMaster" Target="/ppt/notesMasters/notesMaster1.xml" Id="R69176489db1147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bef95f8202441b" /><Relationship Type="http://schemas.openxmlformats.org/officeDocument/2006/relationships/notesMaster" Target="/ppt/notesMasters/notesMaster1.xml" Id="Rb9266458587045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07a6a403dd49d7" /><Relationship Type="http://schemas.openxmlformats.org/officeDocument/2006/relationships/notesMaster" Target="/ppt/notesMasters/notesMaster1.xml" Id="R67c53eae73a64b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65895f83ac45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0740e8fd5f4d5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1d4a1db8d4d6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f0912be674e7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ca88e6a59d488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e6724d78134d8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662ef0d5294b8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0a0e16c3d492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f27815ff17403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23eb3ec5e34b4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9ea691ea5347e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D66ED5-5EA4-4351-AAEF-28B3444C2D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FB35226-7D4A-4AC1-B04C-467D25BED0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8D92C5-8743-4321-AADF-AA47A4A670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38B896-E3B6-4217-80FF-E3A09A221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6DDDE1-8E65-411B-BA80-18A621392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2CE1D9-515A-4EC4-9CBD-4D04F825A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30FD2B2-ED59-41F9-9AFF-36766BAC94E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CB91-97A0-49E9-9E9B-6F9390519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184A2-BD01-41E7-ACDA-C3C22F47CF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FC32-DC90-4462-A707-DDA21DFE00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DCD49A-1605-4505-8B6A-2807F0609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BC8DA8-5BB4-4C89-BFE1-CFA35F6B3D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34D2CF-5978-4792-BD71-546F647E02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8B2FF0-2F8E-4EAB-A68C-E9F06B9C8A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411C2-E6BF-4F97-B0E5-E3AD597685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90CDBF-52D0-4705-98DD-E5F6D77D0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9F5CAB-B5E4-4B9F-AD32-B773118E31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0EB05A-840F-4E98-B366-16F15A8DA3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F6EEC5-F350-45DC-A015-16D7CF64B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407C25-D0F1-465C-BC86-6257ED6D9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2F1C7D-FF27-47FB-B77F-62C8BCDC9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3738EC-0FC7-463B-9987-35654CE5F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D12A41-81FD-451A-84E9-59A6D07628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03D7474-EBD7-4AC1-A218-94B463E3D52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322B64F-023F-45A6-980F-B2B6099E6E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A2B339-F0F7-44CB-BEF2-D25307D4A7C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59FEB9E-9D7C-42F8-BAA4-9A3ED2ABB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DA8A412-48F7-4862-98FC-40A2269B34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484D89-3F44-439D-A705-8FF9D43CB4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5F2728-0047-4738-84E3-7854EAE9B9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66B506B-A866-45F3-B62F-C55AF0C23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03FEBFE-4C9F-4158-A36E-CF88150FB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BA7CC41-A6E2-40BE-A123-3FA1939B8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D72295-06A6-4ACF-AF62-9054B25C5B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E148E6-D096-4F81-A8EE-DA3E1F59B0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E84D2E-7CA1-49C9-84C2-0F77B4F6FB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6F25DC-FF0A-486A-8889-D69E1D536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4EBC5A-AFCD-435C-AA39-2CC9AAAC1E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A67298-FCB8-48C2-8776-B45D98A4F1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64FA38-7C5B-4AFE-9B13-26A7C59574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2EDB11-E59F-490A-92C0-3E84681592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E40C0EA-EDDA-491B-9876-1C57084F6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4E41A6-BE11-4CBF-B2F0-003BB8B7FD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5AC807-E97F-4E77-9445-51D4B0FD6B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7C9BC9-B896-4375-9850-C66D190A3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7B465B-0AC5-4F1C-9EC6-1E6947364B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BD5430-DB36-411E-804E-6635A302F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95A352-0D07-499F-95AE-B2546A256C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EACF2B-5A44-4B5A-ADB4-60B87B7AF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F40783-FD83-4868-B410-73255E1CFA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162D6F-2838-424C-B3A5-9606623A16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955218-6E4F-4783-91F2-3CFD30ED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E8E674-7087-41CA-A8A6-19D8C27DCB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52557FB-82D1-4A3B-B9F4-3844CC7FD2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EE512D-5C32-488F-BF1C-3A739F3F03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DA4D74-410C-438B-9FD4-723AA6C2B3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8BDD6B-2672-4F16-8BA1-4EC0BC8653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7BACB1-4245-4CC7-AA89-6915D752C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9755aa84cb434e" /><Relationship Type="http://schemas.openxmlformats.org/officeDocument/2006/relationships/slideLayout" Target="/ppt/slideLayouts/slideLayout1.xml" Id="R22303e8d79bd4e39" /><Relationship Type="http://schemas.openxmlformats.org/officeDocument/2006/relationships/slideLayout" Target="/ppt/slideLayouts/slideLayout2.xml" Id="Redfd340433d84507" /><Relationship Type="http://schemas.openxmlformats.org/officeDocument/2006/relationships/slideLayout" Target="/ppt/slideLayouts/slideLayout3.xml" Id="Rf9362f8b47244bbb" /><Relationship Type="http://schemas.openxmlformats.org/officeDocument/2006/relationships/slideLayout" Target="/ppt/slideLayouts/slideLayout4.xml" Id="R630f6c17727d4754" /><Relationship Type="http://schemas.openxmlformats.org/officeDocument/2006/relationships/slideLayout" Target="/ppt/slideLayouts/slideLayout5.xml" Id="R9f0276084bc94b68" /><Relationship Type="http://schemas.openxmlformats.org/officeDocument/2006/relationships/slideLayout" Target="/ppt/slideLayouts/slideLayout6.xml" Id="Rb3d4b639015d4c19" /><Relationship Type="http://schemas.openxmlformats.org/officeDocument/2006/relationships/slideLayout" Target="/ppt/slideLayouts/slideLayout7.xml" Id="Rdc20dca15d354bda" /><Relationship Type="http://schemas.openxmlformats.org/officeDocument/2006/relationships/slideLayout" Target="/ppt/slideLayouts/slideLayout8.xml" Id="R62987499cf1945a3" /><Relationship Type="http://schemas.openxmlformats.org/officeDocument/2006/relationships/slideLayout" Target="/ppt/slideLayouts/slideLayout9.xml" Id="R4a5458125901490c" /><Relationship Type="http://schemas.openxmlformats.org/officeDocument/2006/relationships/slideLayout" Target="/ppt/slideLayouts/slideLayout10.xml" Id="R291b6a693944411b" /><Relationship Type="http://schemas.openxmlformats.org/officeDocument/2006/relationships/slideLayout" Target="/ppt/slideLayouts/slideLayout11.xml" Id="Recda1977f4c2463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C4BB7E-9529-4984-8F99-B61B3046A8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5FD18-6B8F-43D5-B54F-5BB5832956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F543DB-9511-479A-BC79-698E863386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011118-513A-44EC-9B6E-FF507285507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F6F268-63CA-43D5-B9B7-B263B157FE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303e8d79bd4e39"/>
    <p:sldLayoutId xmlns:r="http://schemas.openxmlformats.org/officeDocument/2006/relationships" id="2147483650" r:id="Redfd340433d84507"/>
    <p:sldLayoutId xmlns:r="http://schemas.openxmlformats.org/officeDocument/2006/relationships" id="2147483651" r:id="Rf9362f8b47244bbb"/>
    <p:sldLayoutId xmlns:r="http://schemas.openxmlformats.org/officeDocument/2006/relationships" id="2147483652" r:id="R630f6c17727d4754"/>
    <p:sldLayoutId xmlns:r="http://schemas.openxmlformats.org/officeDocument/2006/relationships" id="2147483653" r:id="R9f0276084bc94b68"/>
    <p:sldLayoutId xmlns:r="http://schemas.openxmlformats.org/officeDocument/2006/relationships" id="2147483654" r:id="Rb3d4b639015d4c19"/>
    <p:sldLayoutId xmlns:r="http://schemas.openxmlformats.org/officeDocument/2006/relationships" id="2147483655" r:id="Rdc20dca15d354bda"/>
    <p:sldLayoutId xmlns:r="http://schemas.openxmlformats.org/officeDocument/2006/relationships" id="2147483656" r:id="R62987499cf1945a3"/>
    <p:sldLayoutId xmlns:r="http://schemas.openxmlformats.org/officeDocument/2006/relationships" id="2147483657" r:id="R4a5458125901490c"/>
    <p:sldLayoutId xmlns:r="http://schemas.openxmlformats.org/officeDocument/2006/relationships" id="2147483658" r:id="R291b6a693944411b"/>
    <p:sldLayoutId xmlns:r="http://schemas.openxmlformats.org/officeDocument/2006/relationships" id="2147483659" r:id="Recda1977f4c2463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221ffb8a304ad9" /><Relationship Type="http://schemas.openxmlformats.org/officeDocument/2006/relationships/notesSlide" Target="/ppt/notesSlides/notesSlide1.xml" Id="Rff8658198b4b4e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b8b8c389ad420b" /><Relationship Type="http://schemas.openxmlformats.org/officeDocument/2006/relationships/notesSlide" Target="/ppt/notesSlides/notesSlide2.xml" Id="R89bc8051de6846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e77d091f1e4978" /><Relationship Type="http://schemas.openxmlformats.org/officeDocument/2006/relationships/notesSlide" Target="/ppt/notesSlides/notesSlide3.xml" Id="R4b20aeb6b2cc40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caf70b88d04668" /><Relationship Type="http://schemas.openxmlformats.org/officeDocument/2006/relationships/notesSlide" Target="/ppt/notesSlides/notesSlide4.xml" Id="Raf33ea4a297741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1dd05981f84711" /><Relationship Type="http://schemas.openxmlformats.org/officeDocument/2006/relationships/notesSlide" Target="/ppt/notesSlides/notesSlide5.xml" Id="R0143afb60f8d4c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f31abb1a9342f2" /><Relationship Type="http://schemas.openxmlformats.org/officeDocument/2006/relationships/notesSlide" Target="/ppt/notesSlides/notesSlide6.xml" Id="Rc815d47e91834f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94ede52e9a4663" /><Relationship Type="http://schemas.openxmlformats.org/officeDocument/2006/relationships/notesSlide" Target="/ppt/notesSlides/notesSlide7.xml" Id="R8f76fba970c44b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e4943cf4e34ff5" /><Relationship Type="http://schemas.openxmlformats.org/officeDocument/2006/relationships/notesSlide" Target="/ppt/notesSlides/notesSlide8.xml" Id="R7c65597e561b4a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d07c2bdecb4fc2" /><Relationship Type="http://schemas.openxmlformats.org/officeDocument/2006/relationships/notesSlide" Target="/ppt/notesSlides/notesSlide9.xml" Id="R74d4cdf0e78644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c3448959614161" /><Relationship Type="http://schemas.openxmlformats.org/officeDocument/2006/relationships/notesSlide" Target="/ppt/notesSlides/notesSlide10.xml" Id="R7700109b9ccc4a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b518487cab4e01" /><Relationship Type="http://schemas.openxmlformats.org/officeDocument/2006/relationships/notesSlide" Target="/ppt/notesSlides/notesSlide11.xml" Id="R71e6adb7aece41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0ad08c4c8149ee" /><Relationship Type="http://schemas.openxmlformats.org/officeDocument/2006/relationships/notesSlide" Target="/ppt/notesSlides/notesSlide12.xml" Id="R6f09d14e1f48454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Scout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Govern the Trust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capability locator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Discover broadly. Trust exact revisions. Publish deliberately.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3FE74F-0809-423E-8C90-DB0B77A8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5B76BE-D0BA-4695-9A8A-825ECBA3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Choose the right organizational artifact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774963-A93D-4F44-A3F3-E02D5880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E25FBF-1B53-43AB-BE51-F42D2B17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Skill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2F9951-DE69-47D4-B2D8-23B47D94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01CC13-E99C-4431-B7D3-F3120D20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interpreted procedure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4F0B5-5276-473C-A6C3-61DBC565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F54065-B256-46AA-8EB9-CCDA86D1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portable expertise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BB7C7E-154A-4FF7-BA0E-96C7769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60F9CA-AE4A-42C6-BB0D-5B8A150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triggered context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276CC7-957D-4AAA-957E-28900A93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66595-9FCC-485C-B6FA-6A7DAB6D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Agent / rule / tool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E71878F-F7DC-4D5F-99EA-937F876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52FEDF-1B3B-414A-B8FE-01A037E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agent = role + authority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FBF6AE-7B76-4EDA-B35A-48B9C971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07B6E5A-147A-4863-91D5-DDF6A28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rule = non-negotiable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36A6EB-454C-4539-85B8-791C2817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E621DB-4542-4190-B893-01C1C89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tool = external capability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4D6BCC-6CC6-4061-BF82-9D8D61D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Memory and code remain durable contracts.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11012BD-4392-499D-83F3-C34EF1CC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296256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Build a repeatable scouting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Scout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configured sources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Diff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new + changed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Triage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by relevance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Evaluate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with evidence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scope or reject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Discovery may automate. Adoption follows policy.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1F54D3-C0A2-442D-AC8B-CFC8D2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CCE8D1-62A8-47ED-AAD8-A8CD228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Availability has scope and precedence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37B3D1-282E-40D4-9207-9A644A4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Personal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3B787D-5CEC-48CA-B9A9-1115DDC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one person or machine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D7E6CE-3DA9-488D-AAE8-DB27B48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Project/team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A098B-E7E2-4B9B-BBE0-D75ACA7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repository and shared practice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F29470-A6F5-474E-8882-BAE9846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Enterprise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1EE6CA-87CA-40C8-A6D5-780B214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corporate policy and capability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C2060-A2AE-4FBA-B558-40518F5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Conflict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78C60E-5D00-42DF-9ACC-439ED194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higher policy wins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6056DC-A527-42BD-9730-A743B6A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0772247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5FC31F-B11B-478F-A634-2C8F600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1BD8FC9-E334-48BD-A697-6488F5B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matrix makes trust discussable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4562BDE-CBD9-4D56-B795-675E03D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500193-E75D-42A7-83E3-F2B88BA0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Discovery signals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42B017-3DCB-40BB-A3A9-F60C768A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139460-1E14-46DC-86C8-3F4496B0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 + revision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BC2C72-AF7A-4E30-B475-3B4BE1C8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F1087B-49F5-4838-A0B2-E249A0EB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function + maturity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4779C2-35C8-40CC-8D5F-6E11CDE1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D16D73-83E8-4D4E-8D28-0B99FC37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relevance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B2B0BCD-3005-4E48-8A31-6075F88A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82E0B2-C9B8-4170-B852-B772006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Trust evidence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898AF2-D75E-4499-9E56-D863FFCE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A39975-2A75-4391-9F68-10C459B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permissions + scripts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AEB453-1E32-47CF-A818-BD6E2B06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A01A3B-BC9E-4494-BFF7-2F2B1A6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triggers + tests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A5F6AD5-BCD2-4F5D-8F0A-41DD3ABC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0798D3-34BB-43E7-BF79-DD08DDDE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owner + review date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32043C-3FF0-42E3-8EF4-E1322EB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92717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Evaluate the exact revision—not the name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problem + relevance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kind + intended function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maturity + maintenance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context cost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Trust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provenance + license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scripts + permissions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dependencies + collisions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tests + uncertainty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Skills and agents need tests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Trigger tests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should / should not / collisions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Behavior tests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steps / outputs / prohibitions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Compatibility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tools / dependencies / context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Evidence makes portability a claim you can defend.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Inspect before authority grows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Read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every file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tools + network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in isolation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Constrain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data + authority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with evidence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Instructions can still be dangerous.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899A8D-4177-4777-B1E5-D45D13F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D9CFC8-372D-44CF-92DE-E1668852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Trust must keep earning renewal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4B767C-1418-4233-8758-07AB9259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The lifecycle continues after approval.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094C99-2458-4B33-AD71-94B7A0E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E537EB-E8E5-44CC-BFAA-4B49433F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Sandbox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249FA1-C810-4F74-8BDF-4966F34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0520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increase scope progressively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46363B-135B-4871-9B7E-64E6DE0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A23EBE-B518-41AD-9AA5-12F61A71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192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Pin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69078-1E6A-4C4B-B19C-82A0AA22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7192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approve an exact revision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D324D23-580C-4246-973C-77E517B7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0CE280-A269-42D8-B2C8-0E504F3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Measure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E3CA5B-CCEE-43FC-8B58-E41671EF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3865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outcomes and collisions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2FC61D-D6C2-42D2-B050-95C65CF1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4B7DD1-75F5-4DA4-B029-0A01FA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0537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Retire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7C48FF-ECD4-41D4-86A5-8998E6D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0537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re-review, supersede, revoke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6B087E-A351-456D-B61F-63D70D9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628374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21ACF-620B-40C9-B220-C3D13395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Return with a decision, not a favorite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5775F2-43BD-48FD-B7FA-C752A9C0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Compare the evaluation, not just the catalog.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5276D5-814B-4F6E-A917-AE604E8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Report back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7DD915C-0D3F-4C87-9C07-1AA15F99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EE523B-D0FF-4D35-B31A-2DC74B4A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looked useful?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1F4381-F411-4E87-94B9-67805321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696FD64-6812-436A-99DA-D116EDB2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failed review?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B7670A-86BE-4724-9018-2188A70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6C9B19-AC43-4FDB-811F-F1FE1DF4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scope fits?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4BA07BE-4C64-4525-B260-B3E5F02F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470166-B36F-473B-B901-56DFE0E8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triggers re-review?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E78472-E93F-4686-8876-181F822D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4813345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locator proves discovery became governable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Product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refreshable catalog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run-to-run diff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full package preview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search + matrix filters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Judgment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three evaluations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one rejection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one sandbox candidate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scope + owner + expiry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Scout More Capabilities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Trust Fewer—Better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closes with judgment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05 Part B</a:t>
            </a: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turns the locator into a persistent organizational registry.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2026-08-06T13:17:32.7740000Z</dcterms:created>
  <dcterms:modified xsi:type="dcterms:W3CDTF">2026-08-06T13:17:32.7740000Z</dcterms:modified>
</coreProperties>
</file>