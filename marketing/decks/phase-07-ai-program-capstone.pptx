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9e7e2470c44927" /><Relationship Type="http://schemas.openxmlformats.org/officeDocument/2006/relationships/extended-properties" Target="/docProps/app.xml" Id="Re2166742624242da" /><Relationship Type="http://schemas.openxmlformats.org/officeDocument/2006/relationships/officeDocument" Target="/ppt/presentation.xml" Id="Rc8b9dfd6efc0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7857e65a0491c"/>
  </p:sldMasterIdLst>
  <p:notesMasterIdLst>
    <p:notesMasterId xmlns:r="http://schemas.openxmlformats.org/officeDocument/2006/relationships" r:id="R48ce6bb6c0e74e5c"/>
  </p:notesMasterIdLst>
  <p:sldIdLst>
    <p:sldId xmlns:r="http://schemas.openxmlformats.org/officeDocument/2006/relationships" id="256" r:id="R153bd98c8fd5453d"/>
    <p:sldId xmlns:r="http://schemas.openxmlformats.org/officeDocument/2006/relationships" id="257" r:id="R1bbc36eb84894f0e"/>
    <p:sldId xmlns:r="http://schemas.openxmlformats.org/officeDocument/2006/relationships" id="258" r:id="R53f3aa1adff54d57"/>
    <p:sldId xmlns:r="http://schemas.openxmlformats.org/officeDocument/2006/relationships" id="259" r:id="R6ed6bd238a8f4fb5"/>
    <p:sldId xmlns:r="http://schemas.openxmlformats.org/officeDocument/2006/relationships" id="260" r:id="Rcffe7869be564a61"/>
    <p:sldId xmlns:r="http://schemas.openxmlformats.org/officeDocument/2006/relationships" id="261" r:id="R8df0bf058319407c"/>
    <p:sldId xmlns:r="http://schemas.openxmlformats.org/officeDocument/2006/relationships" id="262" r:id="R733a677b29db414a"/>
    <p:sldId xmlns:r="http://schemas.openxmlformats.org/officeDocument/2006/relationships" id="263" r:id="R88b4828e4403431a"/>
    <p:sldId xmlns:r="http://schemas.openxmlformats.org/officeDocument/2006/relationships" id="264" r:id="R97c798f3acd348bc"/>
    <p:sldId xmlns:r="http://schemas.openxmlformats.org/officeDocument/2006/relationships" id="265" r:id="R6d36db0741ba4a70"/>
    <p:sldId xmlns:r="http://schemas.openxmlformats.org/officeDocument/2006/relationships" id="266" r:id="Re970b3ec758741fc"/>
    <p:sldId xmlns:r="http://schemas.openxmlformats.org/officeDocument/2006/relationships" id="267" r:id="R7ccc7da383584654"/>
    <p:sldId xmlns:r="http://schemas.openxmlformats.org/officeDocument/2006/relationships" id="268" r:id="R7e780b0e6c484cc3"/>
    <p:sldId xmlns:r="http://schemas.openxmlformats.org/officeDocument/2006/relationships" id="269" r:id="R1e9ef61152c647d5"/>
    <p:sldId xmlns:r="http://schemas.openxmlformats.org/officeDocument/2006/relationships" id="270" r:id="R77c1beee8a18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a40322a14c465c" /><Relationship Type="http://schemas.openxmlformats.org/officeDocument/2006/relationships/slideMaster" Target="/ppt/slideMasters/slideMaster1.xml" Id="R15b7857e65a0491c" /><Relationship Type="http://schemas.openxmlformats.org/officeDocument/2006/relationships/notesMaster" Target="/ppt/notesMasters/notesMaster1.xml" Id="R48ce6bb6c0e74e5c" /><Relationship Type="http://schemas.openxmlformats.org/officeDocument/2006/relationships/presProps" Target="/ppt/presProps.xml" Id="R02e29a41c8244796" /><Relationship Type="http://schemas.openxmlformats.org/officeDocument/2006/relationships/tableStyles" Target="/ppt/tableStyles.xml" Id="R7384305f31a7455b" /><Relationship Type="http://schemas.openxmlformats.org/officeDocument/2006/relationships/slide" Target="/ppt/slides/slide1.xml" Id="R153bd98c8fd5453d" /><Relationship Type="http://schemas.openxmlformats.org/officeDocument/2006/relationships/slide" Target="/ppt/slides/slide2.xml" Id="R1bbc36eb84894f0e" /><Relationship Type="http://schemas.openxmlformats.org/officeDocument/2006/relationships/slide" Target="/ppt/slides/slide3.xml" Id="R53f3aa1adff54d57" /><Relationship Type="http://schemas.openxmlformats.org/officeDocument/2006/relationships/slide" Target="/ppt/slides/slide4.xml" Id="R6ed6bd238a8f4fb5" /><Relationship Type="http://schemas.openxmlformats.org/officeDocument/2006/relationships/slide" Target="/ppt/slides/slide5.xml" Id="Rcffe7869be564a61" /><Relationship Type="http://schemas.openxmlformats.org/officeDocument/2006/relationships/slide" Target="/ppt/slides/slide6.xml" Id="R8df0bf058319407c" /><Relationship Type="http://schemas.openxmlformats.org/officeDocument/2006/relationships/slide" Target="/ppt/slides/slide7.xml" Id="R733a677b29db414a" /><Relationship Type="http://schemas.openxmlformats.org/officeDocument/2006/relationships/slide" Target="/ppt/slides/slide8.xml" Id="R88b4828e4403431a" /><Relationship Type="http://schemas.openxmlformats.org/officeDocument/2006/relationships/slide" Target="/ppt/slides/slide9.xml" Id="R97c798f3acd348bc" /><Relationship Type="http://schemas.openxmlformats.org/officeDocument/2006/relationships/slide" Target="/ppt/slides/slide10.xml" Id="R6d36db0741ba4a70" /><Relationship Type="http://schemas.openxmlformats.org/officeDocument/2006/relationships/slide" Target="/ppt/slides/slide11.xml" Id="Re970b3ec758741fc" /><Relationship Type="http://schemas.openxmlformats.org/officeDocument/2006/relationships/slide" Target="/ppt/slides/slide12.xml" Id="R7ccc7da383584654" /><Relationship Type="http://schemas.openxmlformats.org/officeDocument/2006/relationships/slide" Target="/ppt/slides/slide13.xml" Id="R7e780b0e6c484cc3" /><Relationship Type="http://schemas.openxmlformats.org/officeDocument/2006/relationships/slide" Target="/ppt/slides/slide14.xml" Id="R1e9ef61152c647d5" /><Relationship Type="http://schemas.openxmlformats.org/officeDocument/2006/relationships/slide" Target="/ppt/slides/slide15.xml" Id="R77c1beee8a18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72549d7e548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a16cdf2f74491" /><Relationship Type="http://schemas.openxmlformats.org/officeDocument/2006/relationships/notesMaster" Target="/ppt/notesMasters/notesMaster1.xml" Id="R918c48a9fc58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ad184448b414a" /><Relationship Type="http://schemas.openxmlformats.org/officeDocument/2006/relationships/notesMaster" Target="/ppt/notesMasters/notesMaster1.xml" Id="R6f2e13f00eed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e189ee51e4cf7" /><Relationship Type="http://schemas.openxmlformats.org/officeDocument/2006/relationships/notesMaster" Target="/ppt/notesMasters/notesMaster1.xml" Id="Rd193e431f5d7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617f2b776c4269" /><Relationship Type="http://schemas.openxmlformats.org/officeDocument/2006/relationships/notesMaster" Target="/ppt/notesMasters/notesMaster1.xml" Id="Rae4050f87f3b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a65cda3ced47a8" /><Relationship Type="http://schemas.openxmlformats.org/officeDocument/2006/relationships/notesMaster" Target="/ppt/notesMasters/notesMaster1.xml" Id="Rbc15478d37d0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a3a6a729747b6" /><Relationship Type="http://schemas.openxmlformats.org/officeDocument/2006/relationships/notesMaster" Target="/ppt/notesMasters/notesMaster1.xml" Id="Rba3ff1864f654c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6852277a0461e" /><Relationship Type="http://schemas.openxmlformats.org/officeDocument/2006/relationships/notesMaster" Target="/ppt/notesMasters/notesMaster1.xml" Id="Ra03d8d52d14c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ff03bee46b4d7c" /><Relationship Type="http://schemas.openxmlformats.org/officeDocument/2006/relationships/notesMaster" Target="/ppt/notesMasters/notesMaster1.xml" Id="R40d911b9b1fc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46ed7260554236" /><Relationship Type="http://schemas.openxmlformats.org/officeDocument/2006/relationships/notesMaster" Target="/ppt/notesMasters/notesMaster1.xml" Id="R4363ba4ebd974f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1ffe9f64f4087" /><Relationship Type="http://schemas.openxmlformats.org/officeDocument/2006/relationships/notesMaster" Target="/ppt/notesMasters/notesMaster1.xml" Id="Rac884cab51bf44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5e31755d6843b2" /><Relationship Type="http://schemas.openxmlformats.org/officeDocument/2006/relationships/notesMaster" Target="/ppt/notesMasters/notesMaster1.xml" Id="Rfdbd6be80fdb4d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0c7e4169cf4dc1" /><Relationship Type="http://schemas.openxmlformats.org/officeDocument/2006/relationships/notesMaster" Target="/ppt/notesMasters/notesMaster1.xml" Id="Re9401a519dbc40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85f71c7021472e" /><Relationship Type="http://schemas.openxmlformats.org/officeDocument/2006/relationships/notesMaster" Target="/ppt/notesMasters/notesMaster1.xml" Id="R895a972ec2cb4b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0eeb7ddf714d8b" /><Relationship Type="http://schemas.openxmlformats.org/officeDocument/2006/relationships/notesMaster" Target="/ppt/notesMasters/notesMaster1.xml" Id="R0029044c32b347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d1590ad70940cc" /><Relationship Type="http://schemas.openxmlformats.org/officeDocument/2006/relationships/notesMaster" Target="/ppt/notesMasters/notesMaster1.xml" Id="R46e69b05fe7049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take-home product: the organization's AI Program, not only the code produced during the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docs/phases/07/README.md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room who needs answers from this record: developers, leaders, security, legal/compliance, reviewers, and auditors.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docs/artifacts/intention-ai-governance-grc-app.md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failures to establish why a shared hierarchy and authority metadata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docs/ai-program/PROGRAM-CONTRACT.md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same folder README in Git and in the application. The UI is replaceable; the record and review history are durable.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docs/ai-program/PROGRAM-MAP.md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Place technical governance inside the broader AI Program and connect consequential choices into risk, control,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docs/ai-program/PROGRAM-MAP.md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eight category roots. Explain that each owns a distinct decision surface and links to the others through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search, dashboards, and model synthesis are rebuildable. They do not supersede accepted source records or human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docs/artifacts/prd-ai-governance-grc-app.md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reference app. Let its red, blocked course baseline teach honesty: unassigned authority is not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completed/apps/ai-program/README.md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deterministic record defects from substantive legal or policy correctness, which still requires authorized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docs/ai-program/PROGRAM-CONTRACT.md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one canonical question. Inspect every answer-contract field and one citation before discussing the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docs/ai-program/08-program-intelligence/QUERY-ACCEPTANCE.md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should happen when one field cannot be answered. Consequential action remains restricted until the named owner resolves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docs/ai-program/08-program-intelligence/HOW-TO-ASK.md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nine-link demonstration trace. Point out that course evidence cannot compensate for missing client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docs/ai-program/GRC-OPERATING-MAP.md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browse, trace, and propose. Then verify that proposal preparation changed no active policy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docs/phases/07/RUN-ORDER.md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one low-risk change to follow the program's declared data, authority, control, evidence, review, and rollback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docs/phases/07/DEMO-GRADE-BAR.md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handoff: one remaining gap, one accountable owner, one next action, and one review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docs/phases/07/TEACHING.md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a2be19f9d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c2fe0940304c96" /><Relationship Type="http://schemas.openxmlformats.org/officeDocument/2006/relationships/slideLayout" Target="/ppt/slideLayouts/slideLayout1.xml" Id="Rc686f230f37b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6f230f37b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32f29bd8a433d" /><Relationship Type="http://schemas.openxmlformats.org/officeDocument/2006/relationships/notesSlide" Target="/ppt/notesSlides/notesSlide1.xml" Id="R84f69d87a68d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449cdbde447bf" /><Relationship Type="http://schemas.openxmlformats.org/officeDocument/2006/relationships/notesSlide" Target="/ppt/notesSlides/notesSlide2.xml" Id="R5a0a50343815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03b6269f04b5c" /><Relationship Type="http://schemas.openxmlformats.org/officeDocument/2006/relationships/notesSlide" Target="/ppt/notesSlides/notesSlide3.xml" Id="R32ec0e6edeeb4c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23139a35c44b2" /><Relationship Type="http://schemas.openxmlformats.org/officeDocument/2006/relationships/notesSlide" Target="/ppt/notesSlides/notesSlide4.xml" Id="R2e7394929c8c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c724ee4a54f06" /><Relationship Type="http://schemas.openxmlformats.org/officeDocument/2006/relationships/notesSlide" Target="/ppt/notesSlides/notesSlide5.xml" Id="R9eefe6eb597c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3f7ad4e4489f" /><Relationship Type="http://schemas.openxmlformats.org/officeDocument/2006/relationships/notesSlide" Target="/ppt/notesSlides/notesSlide6.xml" Id="R9be78ba3c4d4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bfe68afd14fbe" /><Relationship Type="http://schemas.openxmlformats.org/officeDocument/2006/relationships/notesSlide" Target="/ppt/notesSlides/notesSlide7.xml" Id="R4e94eeadc789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6b8caa01345e4" /><Relationship Type="http://schemas.openxmlformats.org/officeDocument/2006/relationships/notesSlide" Target="/ppt/notesSlides/notesSlide8.xml" Id="R912c919161bd48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ab8d60eba4af7" /><Relationship Type="http://schemas.openxmlformats.org/officeDocument/2006/relationships/notesSlide" Target="/ppt/notesSlides/notesSlide9.xml" Id="R2063e7b19e3748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98e6fd28843c6" /><Relationship Type="http://schemas.openxmlformats.org/officeDocument/2006/relationships/notesSlide" Target="/ppt/notesSlides/notesSlide10.xml" Id="R73f236471b5043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41c1a6a5649c0" /><Relationship Type="http://schemas.openxmlformats.org/officeDocument/2006/relationships/notesSlide" Target="/ppt/notesSlides/notesSlide11.xml" Id="R3186e5ad5d524f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dd736c8c04c2b" /><Relationship Type="http://schemas.openxmlformats.org/officeDocument/2006/relationships/notesSlide" Target="/ppt/notesSlides/notesSlide12.xml" Id="Ra9c0e48149724d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ce79c400a43d2" /><Relationship Type="http://schemas.openxmlformats.org/officeDocument/2006/relationships/notesSlide" Target="/ppt/notesSlides/notesSlide13.xml" Id="Rfd7fe21ce65f4a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8560afdf84ab6" /><Relationship Type="http://schemas.openxmlformats.org/officeDocument/2006/relationships/notesSlide" Target="/ppt/notesSlides/notesSlide14.xml" Id="R3fcc192882d643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5520a32204bd2" /><Relationship Type="http://schemas.openxmlformats.org/officeDocument/2006/relationships/notesSlide" Target="/ppt/notesSlides/notesSlide15.xml" Id="R3cebb65afc2149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8632480-13B7-44A4-8E6F-E78044B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Program
Governance &amp; GRC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2E696B0-0358-4723-84D6-C86453F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Turn the organization's AI direction into a usable, governed operating product.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AF8D3F1-13C1-4B4B-B7B6-3576B2E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PHASE 07</a:t>
            </a:r>
          </a:p>
        </p:txBody>
      </p:sp>
    </p:spTree>
    <p:extLst>
      <p:ext uri="{BB962C8B-B14F-4D97-AF65-F5344CB8AC3E}">
        <p14:creationId xmlns:p14="http://schemas.microsoft.com/office/powerpoint/2010/main" val="1577703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9435252-5DC4-4873-916B-868FFAC3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the same record guide
a developer—and answer a reviewer?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52AF923-6D5A-4607-A863-D8EBA4F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CAPSTONE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5FA0CAA-0C30-4656-82FD-D4DBF15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SHARED RECORD</a:t>
            </a:r>
          </a:p>
        </p:txBody>
      </p:sp>
    </p:spTree>
    <p:extLst>
      <p:ext uri="{BB962C8B-B14F-4D97-AF65-F5344CB8AC3E}">
        <p14:creationId xmlns:p14="http://schemas.microsoft.com/office/powerpoint/2010/main" val="15357128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2B24090-FEC4-4A59-927C-D3C9A471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4B979D-E7D5-46AB-9531-6F1316B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failures make governance unusable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8DCD34D-2B8F-4D40-812D-AF7E99F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SILOS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Policy, technical direction, risk, and evidence live apart—so answers drift.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9E414950-92BB-4FE7-8BDC-4B7B0C0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STALE CONFIDENCE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Dates, tools, evidence, and exceptions change before anyone notices.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E931BCB-20E6-4462-B583-CA823E6E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AUTHORITY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confident answer hides who owns, approves, or can change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798126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96A24B8-B80A-49A6-ABAB-57A502B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program is the asset.
The application is its interface.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A3A7673-9DB8-4844-BA24-B54AEDEA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 OF TRUTH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E12F682-ECDC-46F8-BF92-8BB19D0C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A SECOND POLICY STORE</a:t>
            </a:r>
          </a:p>
        </p:txBody>
      </p:sp>
    </p:spTree>
    <p:extLst>
      <p:ext uri="{BB962C8B-B14F-4D97-AF65-F5344CB8AC3E}">
        <p14:creationId xmlns:p14="http://schemas.microsoft.com/office/powerpoint/2010/main" val="1352993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0E97A14-39B4-467C-B6F8-76977C0F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hierarchy keeps technical decisions,
risk, controls, and evidence connected.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213B09A-02A7-453F-8979-CD50455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PROGRAM 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DDAEC0F-A56B-48C0-A40D-ACEC1F6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DECISION HOME</a:t>
            </a:r>
          </a:p>
        </p:txBody>
      </p:sp>
    </p:spTree>
    <p:extLst>
      <p:ext uri="{BB962C8B-B14F-4D97-AF65-F5344CB8AC3E}">
        <p14:creationId xmlns:p14="http://schemas.microsoft.com/office/powerpoint/2010/main" val="21189574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D882F0C-FB68-45AD-967A-F675F58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3AC7B72-5237-45D3-A84A-1D85207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Eight categories make the program navigable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785BE39-15BC-41E2-B28E-B51FFDB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DIRECTION &amp; GOVERNANCE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TECHNOLOGY GOVERNANCE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Purpose, authority, harnesses, models, skills, agents, and architecture.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29079B5-A604-4F2C-A76B-94A47CC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RISK MANAGEMENT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 COMPLIANCE &amp; OBLIGATIONS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Risk, data, authority, law, contracts, policy, and interpretation.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92692D-4EB8-49BC-9BA7-38FAE73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 CONTROLS &amp; ASSURANCE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  DELIVERY &amp; OPERATIONS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Controls, evidence, exceptions, quality, incidents, and rollback.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7D4FD2D-A9A4-4905-A077-9BC496E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 PROGRAM EVOLUTION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 PROGRAM INTELLIGENCE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Freshness, watchlists, outcomes, findings, qualified answers, and change.</a:t>
            </a:r>
          </a:p>
        </p:txBody>
      </p:sp>
    </p:spTree>
    <p:extLst>
      <p:ext uri="{BB962C8B-B14F-4D97-AF65-F5344CB8AC3E}">
        <p14:creationId xmlns:p14="http://schemas.microsoft.com/office/powerpoint/2010/main" val="496904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D31DB7B-5845-45EA-9689-CDED356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167D41D-7EA9-454E-9215-188AC79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durable truth from rebuildable views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C0B4A38-0338-402C-B330-8B62C1AD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FAD4E3F-6759-4F31-B442-457B42C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A9F66E2-970D-449E-80B7-2479E6A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6D827A9-47E5-4ED7-AF88-DCC7C1D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8727F64A-DCC1-4089-9E39-128441A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Markdown stances, accepted decisions, and approved evidence links remain authoritative.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8056792-3EA6-4280-B8C9-3190C8C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8DBF7CEC-50BF-4DB6-9D34-9C52069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Navigation, search, findings, dashboards, and model synthesis can be rebuilt.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258E523-E8AE-4B9D-8F50-06DF7FF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3C6F0A5-6639-443C-9693-06C98DA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Humans approve policy, interpret obligations, and accept residual risk.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E939A3D-4806-44DE-9C93-26F5B87E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REBUILDABLE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43B11B8-A98D-45E0-8591-8E71DC7D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E99248D-65F7-45B1-B51B-6B37398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DECISION</a:t>
            </a:r>
          </a:p>
        </p:txBody>
      </p:sp>
    </p:spTree>
    <p:extLst>
      <p:ext uri="{BB962C8B-B14F-4D97-AF65-F5344CB8AC3E}">
        <p14:creationId xmlns:p14="http://schemas.microsoft.com/office/powerpoint/2010/main" val="20216107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951458F-1466-4178-95F0-E84FACB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red dashboard
can be the honest answer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5771CF5-B0A1-48EE-AB5D-CCEB085E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Draft, UNASSIGNED, and missing evidence are findings—not defects to hide.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1B4F558-B615-4F4A-8C04-7A57B6C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HONEST READINESS</a:t>
            </a:r>
          </a:p>
        </p:txBody>
      </p:sp>
    </p:spTree>
    <p:extLst>
      <p:ext uri="{BB962C8B-B14F-4D97-AF65-F5344CB8AC3E}">
        <p14:creationId xmlns:p14="http://schemas.microsoft.com/office/powerpoint/2010/main" val="17312788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5E0E100-7C6D-4161-9C91-8BB61D2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2CD8A35-74A4-458E-BFDC-77B7514E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Findings describe record readiness—not compliance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EBA61DE-1C9F-470D-9481-E9D9119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OWNERSHIP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Who operates, approves, and accepts residual risk?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203711C-8038-4573-B23E-B382686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AUTHORITY STATE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 this active, draft, proposed, example, or missing?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9606F29-E5F6-4BDF-A0B9-536038E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proves the control ran, where, and for which revision?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6C205D0-663E-48F5-BB6A-9185959A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FRESHNESS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date or event triggers the next review?</a:t>
            </a:r>
          </a:p>
        </p:txBody>
      </p:sp>
    </p:spTree>
    <p:extLst>
      <p:ext uri="{BB962C8B-B14F-4D97-AF65-F5344CB8AC3E}">
        <p14:creationId xmlns:p14="http://schemas.microsoft.com/office/powerpoint/2010/main" val="14554000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61E17E9-E944-4477-927A-CFBB662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qualified answer shows what governs,
what is missing, and what happens next.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285FE3D-6CDC-4971-97E5-8A8CA7A3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 INTELLIGENCE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6682ABF-C414-405E-B3EC-1E2D3CA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CITATION ≠ CERTIFICATION</a:t>
            </a:r>
          </a:p>
        </p:txBody>
      </p:sp>
    </p:spTree>
    <p:extLst>
      <p:ext uri="{BB962C8B-B14F-4D97-AF65-F5344CB8AC3E}">
        <p14:creationId xmlns:p14="http://schemas.microsoft.com/office/powerpoint/2010/main" val="1836572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F44E546-2602-45B6-B811-0F40B18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C588456-6B6D-40BD-BEC0-251CE0D6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consequential answer carries its own limits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0B41811-1D91-4174-A6A9-E4F87C2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ANSWER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 the current decision and the action it governs.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36E9537-5187-4FB6-ACE2-E1E84E8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 &amp; SOURCES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applicable layer and cite governing records.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309AC5B-7C1E-493A-8B54-A0594791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 &amp; FRESHNESS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authority, last review, next review, and triggers.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693C4D8-F8D0-48BA-A561-F17F772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&amp; ACTION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Expose conflicts and gaps; route the safest next step.</a:t>
            </a:r>
          </a:p>
        </p:txBody>
      </p:sp>
    </p:spTree>
    <p:extLst>
      <p:ext uri="{BB962C8B-B14F-4D97-AF65-F5344CB8AC3E}">
        <p14:creationId xmlns:p14="http://schemas.microsoft.com/office/powerpoint/2010/main" val="2026426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C70D75C-811D-4616-BB14-F491735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6F9377A-63AE-4530-95EF-C5F0EF5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GRC answer is only as strong as its weakest link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7521926-C320-4E59-B09F-EF311C9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FCE37E7-4154-4017-AC07-24010D4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D5F445-3D67-4349-B480-CB669A6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2AD1E41-3D0C-4439-932D-C711FD4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E6CA8DEE-4DE2-4D47-B226-5B64B5B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REQUIREMENT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Approved source, interpretation, scope, risk, and rationale.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49830D6-162C-49C6-8FB1-3842B98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931AC3B-447C-4B4E-81BB-3F1D6CB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Design, enforcement surface, owner, approver, and exception.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A34867E-9B26-4316-A433-7E547ED4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B279C55-F365-4922-A512-6662ED6C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Durable proof, retention, reviewer, freshness, and triggers.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C02C111-9FFD-4FED-A0B7-CAFC5E0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3C05DD2-D76A-4C75-8745-B90E96A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1CEC12BB-16AE-49C6-853F-2E0CE82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ASSURE</a:t>
            </a:r>
          </a:p>
        </p:txBody>
      </p:sp>
    </p:spTree>
    <p:extLst>
      <p:ext uri="{BB962C8B-B14F-4D97-AF65-F5344CB8AC3E}">
        <p14:creationId xmlns:p14="http://schemas.microsoft.com/office/powerpoint/2010/main" val="14889216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6D7CA5-1107-4EE6-AD61-EA445E3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65DFE21-A204-44E9-B355-180AD27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capstone has three visible movements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5B66DDF-2873-4019-A27D-BB72F71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2A11A32-9769-4052-9816-B9A5825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1FB69A7-49C6-4FB7-9452-1DD3C21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19BE7D9-50E7-48CB-B06C-4DE6B59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BROWSE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DE960C6-EF77-406F-813B-03D3649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50FEC4D-E452-4A0E-8D0D-455EF63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PROPOSE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EC8FD88-4FB5-4DF8-89BF-C2AE12D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requirement to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Follow risk, control, enforcement, owner, exception, and freshness.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3138517-5E8F-4282-9424-F45411D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company stance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Navigate folders, inspect metadata, and challenge exact findings.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C1B482-41BC-40D4-934E-53A9F3DC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Prepare—then review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 a bounded proposal; activate only through authorized approval.</a:t>
            </a:r>
          </a:p>
        </p:txBody>
      </p:sp>
    </p:spTree>
    <p:extLst>
      <p:ext uri="{BB962C8B-B14F-4D97-AF65-F5344CB8AC3E}">
        <p14:creationId xmlns:p14="http://schemas.microsoft.com/office/powerpoint/2010/main" val="10998439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4993DBD-1469-4A73-9F02-6B78AB6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8BDAE7D-B907-464C-BC48-13E5B2D2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 one real change before you call the program useful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B68E430-7319-4F09-B37B-1E46CDA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may enter the selected model, tool, log, and evidence system?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4C2A538-60F4-43A8-84B4-492B3A8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may the agent read, write, execute, publish, deploy, or message?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0E85960-5F37-4EAF-9527-5995A53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gate, reviewer, test, and rollback action govern this risk?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7B8C6B8-6293-4DF1-90DC-B545D155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FOLLOW-THROUGH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Who owns the result, remaining gap, and next review date?</a:t>
            </a:r>
          </a:p>
        </p:txBody>
      </p:sp>
    </p:spTree>
    <p:extLst>
      <p:ext uri="{BB962C8B-B14F-4D97-AF65-F5344CB8AC3E}">
        <p14:creationId xmlns:p14="http://schemas.microsoft.com/office/powerpoint/2010/main" val="4250589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5348841-18D1-4201-9913-CE3C040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record.
Show the gaps.
Improve with evidence.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21CB12A-51AF-4CB0-BDEA-3FE82C7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owner.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next action.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review date.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B45B681-655C-4CD3-8BFD-3309F3E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PHASE 07</a:t>
            </a:r>
          </a:p>
        </p:txBody>
      </p:sp>
    </p:spTree>
    <p:extLst>
      <p:ext uri="{BB962C8B-B14F-4D97-AF65-F5344CB8AC3E}">
        <p14:creationId xmlns:p14="http://schemas.microsoft.com/office/powerpoint/2010/main" val="90981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2026-08-06T13:19:43.4380000Z</dcterms:created>
  <dcterms:modified xsi:type="dcterms:W3CDTF">2026-08-06T13:19:43.4380000Z</dcterms:modified>
</coreProperties>
</file>