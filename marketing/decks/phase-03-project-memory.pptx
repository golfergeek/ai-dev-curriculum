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cca761610649e2" /><Relationship Type="http://schemas.openxmlformats.org/officeDocument/2006/relationships/extended-properties" Target="/docProps/app.xml" Id="R9b2e554eb6b54068" /><Relationship Type="http://schemas.openxmlformats.org/officeDocument/2006/relationships/officeDocument" Target="/ppt/presentation.xml" Id="Rcad8ec7bfed0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7b335654df4bf0"/>
  </p:sldMasterIdLst>
  <p:notesMasterIdLst>
    <p:notesMasterId xmlns:r="http://schemas.openxmlformats.org/officeDocument/2006/relationships" r:id="R3385b85fe2ad47df"/>
  </p:notesMasterIdLst>
  <p:sldIdLst>
    <p:sldId xmlns:r="http://schemas.openxmlformats.org/officeDocument/2006/relationships" id="256" r:id="R91a97e1eb1b04451"/>
    <p:sldId xmlns:r="http://schemas.openxmlformats.org/officeDocument/2006/relationships" id="257" r:id="Rb3141807e4614a48"/>
    <p:sldId xmlns:r="http://schemas.openxmlformats.org/officeDocument/2006/relationships" id="258" r:id="R451e559511cb4bb6"/>
    <p:sldId xmlns:r="http://schemas.openxmlformats.org/officeDocument/2006/relationships" id="259" r:id="R24d895cbee074195"/>
    <p:sldId xmlns:r="http://schemas.openxmlformats.org/officeDocument/2006/relationships" id="260" r:id="R09d218a58a6740c7"/>
    <p:sldId xmlns:r="http://schemas.openxmlformats.org/officeDocument/2006/relationships" id="261" r:id="Rb2f74214344c4eee"/>
    <p:sldId xmlns:r="http://schemas.openxmlformats.org/officeDocument/2006/relationships" id="262" r:id="R3185086dfbc1488c"/>
    <p:sldId xmlns:r="http://schemas.openxmlformats.org/officeDocument/2006/relationships" id="263" r:id="Rdf939dc1978c4bdf"/>
    <p:sldId xmlns:r="http://schemas.openxmlformats.org/officeDocument/2006/relationships" id="264" r:id="Raec5c39f166e4175"/>
    <p:sldId xmlns:r="http://schemas.openxmlformats.org/officeDocument/2006/relationships" id="265" r:id="R6842f2448bf24617"/>
    <p:sldId xmlns:r="http://schemas.openxmlformats.org/officeDocument/2006/relationships" id="266" r:id="Ree30f85a3b97443e"/>
    <p:sldId xmlns:r="http://schemas.openxmlformats.org/officeDocument/2006/relationships" id="267" r:id="Rc011ba162dcc45a9"/>
    <p:sldId xmlns:r="http://schemas.openxmlformats.org/officeDocument/2006/relationships" id="268" r:id="R34c7c3a6cddd4670"/>
    <p:sldId xmlns:r="http://schemas.openxmlformats.org/officeDocument/2006/relationships" id="269" r:id="R15dd4e5ca53c4341"/>
    <p:sldId xmlns:r="http://schemas.openxmlformats.org/officeDocument/2006/relationships" id="270" r:id="Re21a81329d9046a6"/>
    <p:sldId xmlns:r="http://schemas.openxmlformats.org/officeDocument/2006/relationships" id="271" r:id="R684a34643e614d8b"/>
    <p:sldId xmlns:r="http://schemas.openxmlformats.org/officeDocument/2006/relationships" id="272" r:id="Rf2dfc1f3cc7d469e"/>
    <p:sldId xmlns:r="http://schemas.openxmlformats.org/officeDocument/2006/relationships" id="273" r:id="Rc1f9c304512848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9c5fabefc244c3" /><Relationship Type="http://schemas.openxmlformats.org/officeDocument/2006/relationships/slideMaster" Target="/ppt/slideMasters/slideMaster1.xml" Id="R9b7b335654df4bf0" /><Relationship Type="http://schemas.openxmlformats.org/officeDocument/2006/relationships/notesMaster" Target="/ppt/notesMasters/notesMaster1.xml" Id="R3385b85fe2ad47df" /><Relationship Type="http://schemas.openxmlformats.org/officeDocument/2006/relationships/presProps" Target="/ppt/presProps.xml" Id="R38e1f5ba0c2e4774" /><Relationship Type="http://schemas.openxmlformats.org/officeDocument/2006/relationships/viewProps" Target="/ppt/viewProps.xml" Id="R6a18992020da4fbe" /><Relationship Type="http://schemas.openxmlformats.org/officeDocument/2006/relationships/tableStyles" Target="/ppt/tableStyles.xml" Id="Rf8e5a0a4e370418d" /><Relationship Type="http://schemas.openxmlformats.org/officeDocument/2006/relationships/slide" Target="/ppt/slides/slide1.xml" Id="R91a97e1eb1b04451" /><Relationship Type="http://schemas.openxmlformats.org/officeDocument/2006/relationships/slide" Target="/ppt/slides/slide2.xml" Id="Rb3141807e4614a48" /><Relationship Type="http://schemas.openxmlformats.org/officeDocument/2006/relationships/slide" Target="/ppt/slides/slide3.xml" Id="R451e559511cb4bb6" /><Relationship Type="http://schemas.openxmlformats.org/officeDocument/2006/relationships/slide" Target="/ppt/slides/slide4.xml" Id="R24d895cbee074195" /><Relationship Type="http://schemas.openxmlformats.org/officeDocument/2006/relationships/slide" Target="/ppt/slides/slide5.xml" Id="R09d218a58a6740c7" /><Relationship Type="http://schemas.openxmlformats.org/officeDocument/2006/relationships/slide" Target="/ppt/slides/slide6.xml" Id="Rb2f74214344c4eee" /><Relationship Type="http://schemas.openxmlformats.org/officeDocument/2006/relationships/slide" Target="/ppt/slides/slide7.xml" Id="R3185086dfbc1488c" /><Relationship Type="http://schemas.openxmlformats.org/officeDocument/2006/relationships/slide" Target="/ppt/slides/slide8.xml" Id="Rdf939dc1978c4bdf" /><Relationship Type="http://schemas.openxmlformats.org/officeDocument/2006/relationships/slide" Target="/ppt/slides/slide9.xml" Id="Raec5c39f166e4175" /><Relationship Type="http://schemas.openxmlformats.org/officeDocument/2006/relationships/slide" Target="/ppt/slides/slide10.xml" Id="R6842f2448bf24617" /><Relationship Type="http://schemas.openxmlformats.org/officeDocument/2006/relationships/slide" Target="/ppt/slides/slide11.xml" Id="Ree30f85a3b97443e" /><Relationship Type="http://schemas.openxmlformats.org/officeDocument/2006/relationships/slide" Target="/ppt/slides/slide12.xml" Id="Rc011ba162dcc45a9" /><Relationship Type="http://schemas.openxmlformats.org/officeDocument/2006/relationships/slide" Target="/ppt/slides/slide13.xml" Id="R34c7c3a6cddd4670" /><Relationship Type="http://schemas.openxmlformats.org/officeDocument/2006/relationships/slide" Target="/ppt/slides/slide14.xml" Id="R15dd4e5ca53c4341" /><Relationship Type="http://schemas.openxmlformats.org/officeDocument/2006/relationships/slide" Target="/ppt/slides/slide15.xml" Id="Re21a81329d9046a6" /><Relationship Type="http://schemas.openxmlformats.org/officeDocument/2006/relationships/slide" Target="/ppt/slides/slide16.xml" Id="R684a34643e614d8b" /><Relationship Type="http://schemas.openxmlformats.org/officeDocument/2006/relationships/slide" Target="/ppt/slides/slide17.xml" Id="Rf2dfc1f3cc7d469e" /><Relationship Type="http://schemas.openxmlformats.org/officeDocument/2006/relationships/slide" Target="/ppt/slides/slide18.xml" Id="Rc1f9c304512848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ae668bbd2b44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64045cef0947be" /><Relationship Type="http://schemas.openxmlformats.org/officeDocument/2006/relationships/notesMaster" Target="/ppt/notesMasters/notesMaster1.xml" Id="R0a9de85b3a2841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a6508ce8064d41" /><Relationship Type="http://schemas.openxmlformats.org/officeDocument/2006/relationships/notesMaster" Target="/ppt/notesMasters/notesMaster1.xml" Id="R00323b069dc341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41f8736b234d2a" /><Relationship Type="http://schemas.openxmlformats.org/officeDocument/2006/relationships/notesMaster" Target="/ppt/notesMasters/notesMaster1.xml" Id="Rd1a90e49df9544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c9c0cb1f6a4852" /><Relationship Type="http://schemas.openxmlformats.org/officeDocument/2006/relationships/notesMaster" Target="/ppt/notesMasters/notesMaster1.xml" Id="R0af4110e49ab49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698e65db2244ea" /><Relationship Type="http://schemas.openxmlformats.org/officeDocument/2006/relationships/notesMaster" Target="/ppt/notesMasters/notesMaster1.xml" Id="Rcca79a04ba3247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7050b708d24cfe" /><Relationship Type="http://schemas.openxmlformats.org/officeDocument/2006/relationships/notesMaster" Target="/ppt/notesMasters/notesMaster1.xml" Id="R89f13d1f357b42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77a8ba125b4915" /><Relationship Type="http://schemas.openxmlformats.org/officeDocument/2006/relationships/notesMaster" Target="/ppt/notesMasters/notesMaster1.xml" Id="R90c24445462d41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e39516eeca4a20" /><Relationship Type="http://schemas.openxmlformats.org/officeDocument/2006/relationships/notesMaster" Target="/ppt/notesMasters/notesMaster1.xml" Id="R0042681914a946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80b5c3cb8d4bd3" /><Relationship Type="http://schemas.openxmlformats.org/officeDocument/2006/relationships/notesMaster" Target="/ppt/notesMasters/notesMaster1.xml" Id="R180deddfd5f148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2cae01e0594357" /><Relationship Type="http://schemas.openxmlformats.org/officeDocument/2006/relationships/notesMaster" Target="/ppt/notesMasters/notesMaster1.xml" Id="Rb5c1a06f946045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5c90ac8f704ce7" /><Relationship Type="http://schemas.openxmlformats.org/officeDocument/2006/relationships/notesMaster" Target="/ppt/notesMasters/notesMaster1.xml" Id="Rf38328a9ed164d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780b0673fb2402b" /><Relationship Type="http://schemas.openxmlformats.org/officeDocument/2006/relationships/notesMaster" Target="/ppt/notesMasters/notesMaster1.xml" Id="R0b5131d4f62e4c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533287064d44fa" /><Relationship Type="http://schemas.openxmlformats.org/officeDocument/2006/relationships/notesMaster" Target="/ppt/notesMasters/notesMaster1.xml" Id="R7863383a8dc84fc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c508920bcc4238" /><Relationship Type="http://schemas.openxmlformats.org/officeDocument/2006/relationships/notesMaster" Target="/ppt/notesMasters/notesMaster1.xml" Id="R2507e71fbaf948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6dc27cfcc74574" /><Relationship Type="http://schemas.openxmlformats.org/officeDocument/2006/relationships/notesMaster" Target="/ppt/notesMasters/notesMaster1.xml" Id="Rcb8321b3afd246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23d5afd7f3b458b" /><Relationship Type="http://schemas.openxmlformats.org/officeDocument/2006/relationships/notesMaster" Target="/ppt/notesMasters/notesMaster1.xml" Id="R57c2d77d9d7c415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e7bd756ed8f4235" /><Relationship Type="http://schemas.openxmlformats.org/officeDocument/2006/relationships/notesMaster" Target="/ppt/notesMasters/notesMaster1.xml" Id="R717dfe06282447f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0e89793d96409e" /><Relationship Type="http://schemas.openxmlformats.org/officeDocument/2006/relationships/notesMaster" Target="/ppt/notesMasters/notesMaster1.xml" Id="Rcfe24197322d4b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shift: Phase 03 is not only codebase comprehension. The durable outcome is a repository that can carry verified understanding forward.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Guardrails cannot enforce knowledge the organization has never discovered or expressed. Phase 03 supplies the missing evidence and explanations; Phase 02 turns mature findings into repeatable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loop slowly. The cycle does not end with a report: ask, verify, remember, promote, improve—and use the next change or incident to begin again.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Require questions before commands. A broad request produces a broad summary; a sharp question determines evidence, scope, and what uncertainty matters.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standard research sequence. Do not turn it into a checklist. Each tool answers a different onboarding question and should sharpen the next investigation.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agent is a new contractor. A polished explanation is a claim. Teach learners to separate observation from inference and to ask what evidence would falsify a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promotion ladder. One agent finding must not jump directly into a blocking organizational rule. Each transition requires clearer evidence, scope, and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 is not trivia. Use it to challenge static documentation, find coupled change, identify reversions, and discover how the team actually works.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learners to choose team or individual mode. Internal, sanitized, public GitHub, and course-provided repositories are all valid when authorized.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Groups can divide architecture, data/security, testing, Git/process, and operations. Protect synthesis time and make contradictions explicit.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Individual learners choose any appropriate repository, but must still create predictions, verify a conclusion, update memory, build a skill, and propose a guardrail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examples, not mandatory commands. Learners should use /author-agent to encode a question or maintenance method that fits their selected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skill contract protects against generic confident prose. It should be testable, scoped, explicit about evidence, and clear about what it cannot conclude.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/promote-finding as a pattern learners may build. Ask who owns the rule, what false positives it may create, and what event should trigger revalidation.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policy explicit. When authorization or tool approval is unclear, use a public or course-provided repository. The lab is read-first and does not change production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return session is part of the lab. Each person or group shares evidence, a corrected claim, a boundary, a memory update, a promotion candidate, and the next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demo-grade bar. Volume does not pass. The packet must connect questions, evidence, uncertainty, memory, a custom skill, and one careful promotion proposal.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reciprocal cycle. Investigation improves memory; mature memory improves guardrails; future changes create new evidence and better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marketing/lesson-plans/phase-03.md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77834e6604e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a11fe702d46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5161907fe64c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5b9f9bf62407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bc18df74bd43d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a472398d542b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c7b0782c0481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b65bf36ec948a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81e1ae43fd4b6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2467995b9f40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a1e52d051475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0e6ac25b1b40d1" /><Relationship Type="http://schemas.openxmlformats.org/officeDocument/2006/relationships/slideLayout" Target="/ppt/slideLayouts/slideLayout1.xml" Id="R786a2a7c4cfb4c3e" /><Relationship Type="http://schemas.openxmlformats.org/officeDocument/2006/relationships/slideLayout" Target="/ppt/slideLayouts/slideLayout2.xml" Id="Raa57f96cf5ed4c2f" /><Relationship Type="http://schemas.openxmlformats.org/officeDocument/2006/relationships/slideLayout" Target="/ppt/slideLayouts/slideLayout3.xml" Id="R88f17db2bbe443c4" /><Relationship Type="http://schemas.openxmlformats.org/officeDocument/2006/relationships/slideLayout" Target="/ppt/slideLayouts/slideLayout4.xml" Id="Rfb01c9fea7f44378" /><Relationship Type="http://schemas.openxmlformats.org/officeDocument/2006/relationships/slideLayout" Target="/ppt/slideLayouts/slideLayout5.xml" Id="Rf34e837b4dd04f4e" /><Relationship Type="http://schemas.openxmlformats.org/officeDocument/2006/relationships/slideLayout" Target="/ppt/slideLayouts/slideLayout6.xml" Id="R68d3b501691b4dc8" /><Relationship Type="http://schemas.openxmlformats.org/officeDocument/2006/relationships/slideLayout" Target="/ppt/slideLayouts/slideLayout7.xml" Id="R44f6c88e44bf4ee2" /><Relationship Type="http://schemas.openxmlformats.org/officeDocument/2006/relationships/slideLayout" Target="/ppt/slideLayouts/slideLayout8.xml" Id="R468d5d4a3c33480b" /><Relationship Type="http://schemas.openxmlformats.org/officeDocument/2006/relationships/slideLayout" Target="/ppt/slideLayouts/slideLayout9.xml" Id="R69cd1dcfcb3041b5" /><Relationship Type="http://schemas.openxmlformats.org/officeDocument/2006/relationships/slideLayout" Target="/ppt/slideLayouts/slideLayout10.xml" Id="R62036bbf138d48c3" /><Relationship Type="http://schemas.openxmlformats.org/officeDocument/2006/relationships/slideLayout" Target="/ppt/slideLayouts/slideLayout11.xml" Id="R0eed7c9aa21243b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6a2a7c4cfb4c3e"/>
    <p:sldLayoutId xmlns:r="http://schemas.openxmlformats.org/officeDocument/2006/relationships" id="2147483650" r:id="Raa57f96cf5ed4c2f"/>
    <p:sldLayoutId xmlns:r="http://schemas.openxmlformats.org/officeDocument/2006/relationships" id="2147483651" r:id="R88f17db2bbe443c4"/>
    <p:sldLayoutId xmlns:r="http://schemas.openxmlformats.org/officeDocument/2006/relationships" id="2147483652" r:id="Rfb01c9fea7f44378"/>
    <p:sldLayoutId xmlns:r="http://schemas.openxmlformats.org/officeDocument/2006/relationships" id="2147483653" r:id="Rf34e837b4dd04f4e"/>
    <p:sldLayoutId xmlns:r="http://schemas.openxmlformats.org/officeDocument/2006/relationships" id="2147483654" r:id="R68d3b501691b4dc8"/>
    <p:sldLayoutId xmlns:r="http://schemas.openxmlformats.org/officeDocument/2006/relationships" id="2147483655" r:id="R44f6c88e44bf4ee2"/>
    <p:sldLayoutId xmlns:r="http://schemas.openxmlformats.org/officeDocument/2006/relationships" id="2147483656" r:id="R468d5d4a3c33480b"/>
    <p:sldLayoutId xmlns:r="http://schemas.openxmlformats.org/officeDocument/2006/relationships" id="2147483657" r:id="R69cd1dcfcb3041b5"/>
    <p:sldLayoutId xmlns:r="http://schemas.openxmlformats.org/officeDocument/2006/relationships" id="2147483658" r:id="R62036bbf138d48c3"/>
    <p:sldLayoutId xmlns:r="http://schemas.openxmlformats.org/officeDocument/2006/relationships" id="2147483659" r:id="R0eed7c9aa21243b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36ddd494b64f50" /><Relationship Type="http://schemas.openxmlformats.org/officeDocument/2006/relationships/notesSlide" Target="/ppt/notesSlides/notesSlide1.xml" Id="Rb4316ba1654e46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fefacaa0184d6a" /><Relationship Type="http://schemas.openxmlformats.org/officeDocument/2006/relationships/notesSlide" Target="/ppt/notesSlides/notesSlide2.xml" Id="R9e08bee6c1e746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dfb658e38b4006" /><Relationship Type="http://schemas.openxmlformats.org/officeDocument/2006/relationships/notesSlide" Target="/ppt/notesSlides/notesSlide3.xml" Id="R86da2277786a48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4234b9e0224a3f" /><Relationship Type="http://schemas.openxmlformats.org/officeDocument/2006/relationships/notesSlide" Target="/ppt/notesSlides/notesSlide4.xml" Id="R1de5599f83df45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3feae338a8474b" /><Relationship Type="http://schemas.openxmlformats.org/officeDocument/2006/relationships/notesSlide" Target="/ppt/notesSlides/notesSlide5.xml" Id="R722ef18b59794a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2e73d540c142fb" /><Relationship Type="http://schemas.openxmlformats.org/officeDocument/2006/relationships/notesSlide" Target="/ppt/notesSlides/notesSlide6.xml" Id="R8060de705c1444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f74cdd795a43d0" /><Relationship Type="http://schemas.openxmlformats.org/officeDocument/2006/relationships/notesSlide" Target="/ppt/notesSlides/notesSlide7.xml" Id="R6f602afcd9464b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af926b70b348a9" /><Relationship Type="http://schemas.openxmlformats.org/officeDocument/2006/relationships/notesSlide" Target="/ppt/notesSlides/notesSlide8.xml" Id="R1abfc64d9e2146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144301bd4c48dc" /><Relationship Type="http://schemas.openxmlformats.org/officeDocument/2006/relationships/notesSlide" Target="/ppt/notesSlides/notesSlide9.xml" Id="R63f4e9fbb2b44b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0a11b33ddf45fa" /><Relationship Type="http://schemas.openxmlformats.org/officeDocument/2006/relationships/notesSlide" Target="/ppt/notesSlides/notesSlide10.xml" Id="R06562b8cf5c746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8e4f72686e4003" /><Relationship Type="http://schemas.openxmlformats.org/officeDocument/2006/relationships/notesSlide" Target="/ppt/notesSlides/notesSlide11.xml" Id="R6710dcd8869746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e41bf78eb04924" /><Relationship Type="http://schemas.openxmlformats.org/officeDocument/2006/relationships/notesSlide" Target="/ppt/notesSlides/notesSlide12.xml" Id="Re4818974d8084d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9f8dff745d4f57" /><Relationship Type="http://schemas.openxmlformats.org/officeDocument/2006/relationships/notesSlide" Target="/ppt/notesSlides/notesSlide13.xml" Id="R327a87269775410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b12db33ea047d3" /><Relationship Type="http://schemas.openxmlformats.org/officeDocument/2006/relationships/notesSlide" Target="/ppt/notesSlides/notesSlide14.xml" Id="R87e0c0748df64f4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eecf0c8ea24969" /><Relationship Type="http://schemas.openxmlformats.org/officeDocument/2006/relationships/notesSlide" Target="/ppt/notesSlides/notesSlide15.xml" Id="R43d7bc2822c1410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bab5f2bc674701" /><Relationship Type="http://schemas.openxmlformats.org/officeDocument/2006/relationships/notesSlide" Target="/ppt/notesSlides/notesSlide16.xml" Id="R726bcb57716846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6a6263c2444831" /><Relationship Type="http://schemas.openxmlformats.org/officeDocument/2006/relationships/notesSlide" Target="/ppt/notesSlides/notesSlide17.xml" Id="R2a5fb4cbc105472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faf833699e4d40" /><Relationship Type="http://schemas.openxmlformats.org/officeDocument/2006/relationships/notesSlide" Target="/ppt/notesSlides/notesSlide18.xml" Id="R1d0bb5fc6cfe43c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Investigate the System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Teach It to Remember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 and project memory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Every investigation should leave the repository easier to understand and harder to damage.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Phase 02 and Phase 03 improve each other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02 — guardrails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Encode what the team knows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Evaluate proposed changes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Block known failure modes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03 — memory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Discover what is missing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Explain the existing system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Feed verified findings back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Quality gets stronger when investigation becomes memory.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your own improvement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Ask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sharp questions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Verify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Remember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durably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Promote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mature findings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Improve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guardrails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New changes create new questions. The cycle keeps learning.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Better questions create better understanding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System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Where does execution begin? Where do business rules and boundaries live?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Where does data move? Where are user, role, and tenant checks enforced?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What churns? What is weakly tested? What would you refuse to touch?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standard toolkit orients you. Repository-specific questions create value.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5B7EF6-A4C3-4B83-8678-AAF4638D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1B0D38-0E35-4A47-B51D-C5A507BA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toolkit is a starting point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9FA3557A-99A9-4BB4-9228-3A65822C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B9403E7-164A-4765-8AED-D6324C54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/ingest</a:t>
            </a:r>
          </a:p>
        </p:txBody>
      </p:sp>
      <p:sp>
        <p:nvSpPr>
          <p:cNvPr id="6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F0DE41F5-691F-4B28-81D7-3F4F7B1B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33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94784B2-D9A9-4646-B2B4-BFA334F4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CB269BB-6258-4755-B638-446FB89C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/map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3C1A8400-E746-432D-9918-7C2D9781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162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7578D0-FE3C-431E-B5A2-6872B947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8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04B194E-6227-4652-A7C5-D3A63292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8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/security-scan</a:t>
            </a:r>
          </a:p>
        </p:txBody>
      </p:sp>
      <p:sp>
        <p:nvSpPr>
          <p:cNvPr id="12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82F80952-9EE9-4C9B-8E8F-886DC5AD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D433DDC6-947B-4F3F-B9ED-2D42772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21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529FEBF-2CB5-4D4B-93CC-2C1CB15D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21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/git-story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B59D8903-9FDE-4D1C-936B-FD5DBC88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812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133E37C-CC50-4A12-A5BA-9D313E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37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4CC2058-4CC7-432A-A951-4DF12AEA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37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/improve</a:t>
            </a:r>
          </a:p>
        </p:txBody>
      </p:sp>
      <p:sp>
        <p:nvSpPr>
          <p:cNvPr id="18" name="Right Arrow 17">
            <a:extLst xmlns:a="http://schemas.openxmlformats.org/drawingml/2006/main">
              <a:ext uri="{FF2B5EF4-FFF2-40B4-BE49-F238E27FC236}">
                <a16:creationId xmlns:a16="http://schemas.microsoft.com/office/drawing/2014/main" id="{B44F0DF1-134C-4A46-A992-50552EEF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7" y="3843337"/>
            <a:ext cx="200025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517076F-803D-4BCA-A9DC-516E586F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862" y="3600450"/>
            <a:ext cx="16764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651F12C-18B7-47F6-AF7B-2BC3EA4D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862" y="3600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/deep-dive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9A268C1-B1BF-48D0-AF30-8CC52039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Orient first. Then pursue the question this codebase makes necessary.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C8B6CD-6ECB-4EDC-BC08-FEA7D8E4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017250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Confidence is not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Cite files, configs, tests, commits, and behavior—not tone.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State the reasoning, alternatives, and confidence behind the conclusion.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Record contradictions, unknowns, and what would change your mind.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useful report makes uncertainty visible.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Memory matures before it becomes a gate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Observation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evidence from this investigation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Explanation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durable account of the system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Expectation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practice the team chooses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Enforcement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test, CI, architecture, or merge rule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Git history repairs incomplete memory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Churn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Frequently changed files reveal instability, ownership, or shifting requirements.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Coupling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Files that change together may expose dependencies the architecture hides.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Reality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Reversions, migrations, and actual review behavior correct the written story.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Current code tells you what exists. History helps explain why.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Choose the investigation mode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Team investigation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repository, shared questions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Parallel research lenses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reconciled system story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Individual investigation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Any authorized repository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Own the complete cycle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Create one unique skill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Team mode: divide the lenses, not the understanding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Frame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question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Predict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before tools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Investigate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 parallel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Reconcile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contradictions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Synthesize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story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Parallel reports are not understanding until the group connects them.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Individual mode: own the whole learning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Choose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 safe repo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what matters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Investigate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Build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 unique skill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Return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memory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Freedom of repository choice does not lower the evidence bar.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the question this codebase needs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Investigation skills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Git-process audit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API consistency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Coverage completeness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Authorization map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Memory skills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Ownership map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Docs-drift review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Project-memory refresh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Finding promotion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credible skill has an evidence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State exactly what it answers and what remains outside its scope.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Name the code, history, tests, configuration, and behavior it must inspect.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Expose assumptions, uncertainty, output format, and how to check the result.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reusable method is more valuable than a reusable prompt.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Promote findings only as far as the evidence earns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report it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Explain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document it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Expect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agree on it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Enforce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automate it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Recheck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when stale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Every hard gate began as a question someone investigated well.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Read first. Protect the boundary.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investigation is useful only when the repository and organization remain safe.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Authorized repository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approved scope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Approved AI service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right data classification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 sensitive data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protect prompts + reports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Research branch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report before change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Return with what the repository learned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Compare the investigation, not just the repositories.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Report back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surprised you?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did the agent get wrong?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would you not change?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memory and guardrail improved?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RESEARCH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packet is proof that understanding became durable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Understanding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Questions + predictions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Evidence-backed system story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Uncertainty + safe boundary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Corrected AI claim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Improvement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Memory added or repaired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Custom skill tested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Finding classified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Guardrail proposal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Ask Better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Leave Better Memory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03 closes the learning loop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02 makes changes prove themselves. Phase 03 makes the system explain itself.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2026-07-27T18:38:10.8140000Z</dcterms:created>
  <dcterms:modified xsi:type="dcterms:W3CDTF">2026-07-27T18:38:10.8140000Z</dcterms:modified>
</coreProperties>
</file>