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a6d6fc1fc24c7d" /><Relationship Type="http://schemas.openxmlformats.org/officeDocument/2006/relationships/extended-properties" Target="/docProps/app.xml" Id="R13600e916b714dba" /><Relationship Type="http://schemas.openxmlformats.org/officeDocument/2006/relationships/officeDocument" Target="/ppt/presentation.xml" Id="Rcaaa6ef4c1264c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0c2bb783b14846"/>
  </p:sldMasterIdLst>
  <p:notesMasterIdLst>
    <p:notesMasterId xmlns:r="http://schemas.openxmlformats.org/officeDocument/2006/relationships" r:id="R0d20c268baa043a1"/>
  </p:notesMasterIdLst>
  <p:sldIdLst>
    <p:sldId xmlns:r="http://schemas.openxmlformats.org/officeDocument/2006/relationships" id="256" r:id="R85cf8cc7cb1c4f19"/>
    <p:sldId xmlns:r="http://schemas.openxmlformats.org/officeDocument/2006/relationships" id="257" r:id="Rdbbf37696994420d"/>
    <p:sldId xmlns:r="http://schemas.openxmlformats.org/officeDocument/2006/relationships" id="258" r:id="R9127edca30f941e6"/>
    <p:sldId xmlns:r="http://schemas.openxmlformats.org/officeDocument/2006/relationships" id="259" r:id="Rd5015238416c4756"/>
    <p:sldId xmlns:r="http://schemas.openxmlformats.org/officeDocument/2006/relationships" id="260" r:id="R77f0dbd981344760"/>
    <p:sldId xmlns:r="http://schemas.openxmlformats.org/officeDocument/2006/relationships" id="261" r:id="R6b971fe1f9144a2d"/>
    <p:sldId xmlns:r="http://schemas.openxmlformats.org/officeDocument/2006/relationships" id="262" r:id="Rb3173cfcc7e64f0a"/>
    <p:sldId xmlns:r="http://schemas.openxmlformats.org/officeDocument/2006/relationships" id="263" r:id="R305bed7748ae48c9"/>
    <p:sldId xmlns:r="http://schemas.openxmlformats.org/officeDocument/2006/relationships" id="264" r:id="Rbba2620e23274ff8"/>
    <p:sldId xmlns:r="http://schemas.openxmlformats.org/officeDocument/2006/relationships" id="265" r:id="R85bcbd418e914dcb"/>
    <p:sldId xmlns:r="http://schemas.openxmlformats.org/officeDocument/2006/relationships" id="266" r:id="R801873dc76974264"/>
    <p:sldId xmlns:r="http://schemas.openxmlformats.org/officeDocument/2006/relationships" id="267" r:id="R8a57e9810c2f4f36"/>
    <p:sldId xmlns:r="http://schemas.openxmlformats.org/officeDocument/2006/relationships" id="268" r:id="R1170fb97a44848c3"/>
    <p:sldId xmlns:r="http://schemas.openxmlformats.org/officeDocument/2006/relationships" id="269" r:id="R4588be3b551848e2"/>
    <p:sldId xmlns:r="http://schemas.openxmlformats.org/officeDocument/2006/relationships" id="270" r:id="R8165ccc230f742c1"/>
    <p:sldId xmlns:r="http://schemas.openxmlformats.org/officeDocument/2006/relationships" id="271" r:id="R63e9d5fecf1d4108"/>
    <p:sldId xmlns:r="http://schemas.openxmlformats.org/officeDocument/2006/relationships" id="272" r:id="Rffb210f9d7e048ad"/>
    <p:sldId xmlns:r="http://schemas.openxmlformats.org/officeDocument/2006/relationships" id="273" r:id="R9a3f439c1cc14e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8548d2456f49e4" /><Relationship Type="http://schemas.openxmlformats.org/officeDocument/2006/relationships/slideMaster" Target="/ppt/slideMasters/slideMaster1.xml" Id="Rf90c2bb783b14846" /><Relationship Type="http://schemas.openxmlformats.org/officeDocument/2006/relationships/notesMaster" Target="/ppt/notesMasters/notesMaster1.xml" Id="R0d20c268baa043a1" /><Relationship Type="http://schemas.openxmlformats.org/officeDocument/2006/relationships/presProps" Target="/ppt/presProps.xml" Id="Rce698107c6a449b4" /><Relationship Type="http://schemas.openxmlformats.org/officeDocument/2006/relationships/viewProps" Target="/ppt/viewProps.xml" Id="R87d3be66e4a44904" /><Relationship Type="http://schemas.openxmlformats.org/officeDocument/2006/relationships/tableStyles" Target="/ppt/tableStyles.xml" Id="R8486a8e9baa84571" /><Relationship Type="http://schemas.openxmlformats.org/officeDocument/2006/relationships/slide" Target="/ppt/slides/slide1.xml" Id="R85cf8cc7cb1c4f19" /><Relationship Type="http://schemas.openxmlformats.org/officeDocument/2006/relationships/slide" Target="/ppt/slides/slide2.xml" Id="Rdbbf37696994420d" /><Relationship Type="http://schemas.openxmlformats.org/officeDocument/2006/relationships/slide" Target="/ppt/slides/slide3.xml" Id="R9127edca30f941e6" /><Relationship Type="http://schemas.openxmlformats.org/officeDocument/2006/relationships/slide" Target="/ppt/slides/slide4.xml" Id="Rd5015238416c4756" /><Relationship Type="http://schemas.openxmlformats.org/officeDocument/2006/relationships/slide" Target="/ppt/slides/slide5.xml" Id="R77f0dbd981344760" /><Relationship Type="http://schemas.openxmlformats.org/officeDocument/2006/relationships/slide" Target="/ppt/slides/slide6.xml" Id="R6b971fe1f9144a2d" /><Relationship Type="http://schemas.openxmlformats.org/officeDocument/2006/relationships/slide" Target="/ppt/slides/slide7.xml" Id="Rb3173cfcc7e64f0a" /><Relationship Type="http://schemas.openxmlformats.org/officeDocument/2006/relationships/slide" Target="/ppt/slides/slide8.xml" Id="R305bed7748ae48c9" /><Relationship Type="http://schemas.openxmlformats.org/officeDocument/2006/relationships/slide" Target="/ppt/slides/slide9.xml" Id="Rbba2620e23274ff8" /><Relationship Type="http://schemas.openxmlformats.org/officeDocument/2006/relationships/slide" Target="/ppt/slides/slide10.xml" Id="R85bcbd418e914dcb" /><Relationship Type="http://schemas.openxmlformats.org/officeDocument/2006/relationships/slide" Target="/ppt/slides/slide11.xml" Id="R801873dc76974264" /><Relationship Type="http://schemas.openxmlformats.org/officeDocument/2006/relationships/slide" Target="/ppt/slides/slide12.xml" Id="R8a57e9810c2f4f36" /><Relationship Type="http://schemas.openxmlformats.org/officeDocument/2006/relationships/slide" Target="/ppt/slides/slide13.xml" Id="R1170fb97a44848c3" /><Relationship Type="http://schemas.openxmlformats.org/officeDocument/2006/relationships/slide" Target="/ppt/slides/slide14.xml" Id="R4588be3b551848e2" /><Relationship Type="http://schemas.openxmlformats.org/officeDocument/2006/relationships/slide" Target="/ppt/slides/slide15.xml" Id="R8165ccc230f742c1" /><Relationship Type="http://schemas.openxmlformats.org/officeDocument/2006/relationships/slide" Target="/ppt/slides/slide16.xml" Id="R63e9d5fecf1d4108" /><Relationship Type="http://schemas.openxmlformats.org/officeDocument/2006/relationships/slide" Target="/ppt/slides/slide17.xml" Id="Rffb210f9d7e048ad" /><Relationship Type="http://schemas.openxmlformats.org/officeDocument/2006/relationships/slide" Target="/ppt/slides/slide18.xml" Id="R9a3f439c1cc14e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16afd859b8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38850db6954a0a" /><Relationship Type="http://schemas.openxmlformats.org/officeDocument/2006/relationships/notesMaster" Target="/ppt/notesMasters/notesMaster1.xml" Id="Rc9070e36279142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c06dac39b945e8" /><Relationship Type="http://schemas.openxmlformats.org/officeDocument/2006/relationships/notesMaster" Target="/ppt/notesMasters/notesMaster1.xml" Id="Rb36a3e022b224d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69e65b745b4681" /><Relationship Type="http://schemas.openxmlformats.org/officeDocument/2006/relationships/notesMaster" Target="/ppt/notesMasters/notesMaster1.xml" Id="R70a92a1a1f5a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b29a1971674395" /><Relationship Type="http://schemas.openxmlformats.org/officeDocument/2006/relationships/notesMaster" Target="/ppt/notesMasters/notesMaster1.xml" Id="R1e729baeae914b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442961b1b64ed5" /><Relationship Type="http://schemas.openxmlformats.org/officeDocument/2006/relationships/notesMaster" Target="/ppt/notesMasters/notesMaster1.xml" Id="R3666d630402543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44271562454241" /><Relationship Type="http://schemas.openxmlformats.org/officeDocument/2006/relationships/notesMaster" Target="/ppt/notesMasters/notesMaster1.xml" Id="Rd1896871de6149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e670a521549b3" /><Relationship Type="http://schemas.openxmlformats.org/officeDocument/2006/relationships/notesMaster" Target="/ppt/notesMasters/notesMaster1.xml" Id="Re5ff2758c81748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38992077a14474" /><Relationship Type="http://schemas.openxmlformats.org/officeDocument/2006/relationships/notesMaster" Target="/ppt/notesMasters/notesMaster1.xml" Id="Rf1c6686bdfbf4e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51926ce5724834" /><Relationship Type="http://schemas.openxmlformats.org/officeDocument/2006/relationships/notesMaster" Target="/ppt/notesMasters/notesMaster1.xml" Id="R9118db486dbd49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67084d56f74b90" /><Relationship Type="http://schemas.openxmlformats.org/officeDocument/2006/relationships/notesMaster" Target="/ppt/notesMasters/notesMaster1.xml" Id="Rc33c63763b454a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c791d5881448d8" /><Relationship Type="http://schemas.openxmlformats.org/officeDocument/2006/relationships/notesMaster" Target="/ppt/notesMasters/notesMaster1.xml" Id="R6c921ac2ddb64b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14cd29bbdc40ed" /><Relationship Type="http://schemas.openxmlformats.org/officeDocument/2006/relationships/notesMaster" Target="/ppt/notesMasters/notesMaster1.xml" Id="Rb25db8b97f724d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3e406e95be4b46" /><Relationship Type="http://schemas.openxmlformats.org/officeDocument/2006/relationships/notesMaster" Target="/ppt/notesMasters/notesMaster1.xml" Id="R2cca1b43015744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5e26053af046a9" /><Relationship Type="http://schemas.openxmlformats.org/officeDocument/2006/relationships/notesMaster" Target="/ppt/notesMasters/notesMaster1.xml" Id="Rfb0c26f5127447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df074d7e6848f3" /><Relationship Type="http://schemas.openxmlformats.org/officeDocument/2006/relationships/notesMaster" Target="/ppt/notesMasters/notesMaster1.xml" Id="Ra51a5573db9a46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c98cd8196b42fa" /><Relationship Type="http://schemas.openxmlformats.org/officeDocument/2006/relationships/notesMaster" Target="/ppt/notesMasters/notesMaster1.xml" Id="Rafc9da0aa7ca46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3c56c076f34514" /><Relationship Type="http://schemas.openxmlformats.org/officeDocument/2006/relationships/notesMaster" Target="/ppt/notesMasters/notesMaster1.xml" Id="Re8b741693c1949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afd94445a84c1b" /><Relationship Type="http://schemas.openxmlformats.org/officeDocument/2006/relationships/notesMaster" Target="/ppt/notesMasters/notesMaster1.xml" Id="R598d06e4db684c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shift: Phase 03 is not only codebase comprehension. The durable outcome is a repository that can carry verified understanding forward.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Guardrails cannot enforce knowledge the organization has never discovered or expressed. Phase 03 supplies the missing evidence and explanations; Phase 02 turns mature findings into repeatable protection.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loop slowly. The cycle does not end with a report: ask, verify, remember, promote, improve—and use the next change or incident to begin again.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questions before commands. A broad request produces a broad summary; a sharp question determines evidence, scope, and what uncertainty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standard research sequence. Do not turn it into a checklist. Each tool answers a different onboarding question and should sharpen the next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agent is a new contractor. A polished explanation is a claim. Teach learners to separate observation from inference and to ask what evidence would falsify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promotion ladder. One agent finding must not jump directly into a blocking organizational rule. Each transition requires clearer evidence, scope, and ownership.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 is not trivia. Use it to challenge static documentation, find coupled change, identify reversions, and discover how the team actually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learners to choose team or individual mode. Internal, sanitized, public GitHub, and course-provided repositories are all valid when authorized.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can divide architecture, data/security, testing, Git/process, and operations. Protect synthesis time and make contradictions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learners choose any appropriate repository, but must still create predictions, verify a conclusion, update memory, build a skill, and propose a guardrail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examples, not mandatory commands. Learners should use /author-agent to encode a question or maintenance method that fits their selected repository.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skill contract protects against generic confident prose. It should be testable, scoped, explicit about evidence, and clear about what it cannot conclude.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/promote-finding as a pattern learners may build. Ask who owns the rule, what false positives it may create, and what event should trigger revalidation.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policy explicit. When authorization or tool approval is unclear, use a public or course-provided repository. The lab is read-first and does not change production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return session is part of the lab. Each person or group shares evidence, a corrected claim, a boundary, a memory update, a promotion candidate, and the next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demo-grade bar. Volume does not pass. The packet must connect questions, evidence, uncertainty, memory, a custom skill, and one careful promotion proposal.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reciprocal cycle. Investigation improves memory; mature memory improves guardrails; future changes create new evidence and better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marketing/lesson-plans/phase-03.md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656053acd40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a563c5db144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5061f77be4e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5efadae594b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6fc7a42944b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25cc63511442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51d0a713f49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5dde6000c48c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cacfe11b84da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2fc55c0a346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12bd8bf254e7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D66ED5-5EA4-4351-AAEF-28B3444C2DE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FB35226-7D4A-4AC1-B04C-467D25BED0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8D92C5-8743-4321-AADF-AA47A4A670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38B896-E3B6-4217-80FF-E3A09A221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DDDE1-8E65-411B-BA80-18A6213921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2CE1D9-515A-4EC4-9CBD-4D04F825A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0FD2B2-ED59-41F9-9AFF-36766BAC94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98CB91-97A0-49E9-9E9B-6F93905192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C184A2-BD01-41E7-ACDA-C3C22F47CF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9BFC32-DC90-4462-A707-DDA21DFE00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DCD49A-1605-4505-8B6A-2807F0609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BC8DA8-5BB4-4C89-BFE1-CFA35F6B3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34D2CF-5978-4792-BD71-546F647E02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8B2FF0-2F8E-4EAB-A68C-E9F06B9C8A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E411C2-E6BF-4F97-B0E5-E3AD597685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90CDBF-52D0-4705-98DD-E5F6D77D0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F9F5CAB-B5E4-4B9F-AD32-B773118E31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0EB05A-840F-4E98-B366-16F15A8DA3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CF6EEC5-F350-45DC-A015-16D7CF64BA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407C25-D0F1-465C-BC86-6257ED6D9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42F1C7D-FF27-47FB-B77F-62C8BCDC90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3738EC-0FC7-463B-9987-35654CE5F4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D12A41-81FD-451A-84E9-59A6D0762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03D7474-EBD7-4AC1-A218-94B463E3D5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322B64F-023F-45A6-980F-B2B6099E6EE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1A2B339-F0F7-44CB-BEF2-D25307D4A7C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59FEB9E-9D7C-42F8-BAA4-9A3ED2ABB6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DA8A412-48F7-4862-98FC-40A2269B34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B484D89-3F44-439D-A705-8FF9D43CB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5F2728-0047-4738-84E3-7854EAE9B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6B506B-A866-45F3-B62F-C55AF0C233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03FEBFE-4C9F-4158-A36E-CF88150FB0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BA7CC41-A6E2-40BE-A123-3FA1939B81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BD72295-06A6-4ACF-AF62-9054B25C5B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BE148E6-D096-4F81-A8EE-DA3E1F59B0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E84D2E-7CA1-49C9-84C2-0F77B4F6FB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6F25DC-FF0A-486A-8889-D69E1D536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4EBC5A-AFCD-435C-AA39-2CC9AAAC1E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FA67298-FCB8-48C2-8776-B45D98A4F1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64FA38-7C5B-4AFE-9B13-26A7C59574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2EDB11-E59F-490A-92C0-3E84681592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40C0EA-EDDA-491B-9876-1C57084F6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4E41A6-BE11-4CBF-B2F0-003BB8B7F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E5AC807-E97F-4E77-9445-51D4B0FD6B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A7C9BC9-B896-4375-9850-C66D190A32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7B465B-0AC5-4F1C-9EC6-1E6947364B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9BD5430-DB36-411E-804E-6635A302F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F95A352-0D07-499F-95AE-B2546A256C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EACF2B-5A44-4B5A-ADB4-60B87B7AF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F40783-FD83-4868-B410-73255E1CFA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162D6F-2838-424C-B3A5-9606623A1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955218-6E4F-4783-91F2-3CFD30ED2F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E8E674-7087-41CA-A8A6-19D8C27DCB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52557FB-82D1-4A3B-B9F4-3844CC7FD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EE512D-5C32-488F-BF1C-3A739F3F0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DA4D74-410C-438B-9FD4-723AA6C2B3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8BDD6B-2672-4F16-8BA1-4EC0BC8653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7BACB1-4245-4CC7-AA89-6915D752C6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8014ee04b14bff" /><Relationship Type="http://schemas.openxmlformats.org/officeDocument/2006/relationships/slideLayout" Target="/ppt/slideLayouts/slideLayout1.xml" Id="R8d51aa7a935a4f00" /><Relationship Type="http://schemas.openxmlformats.org/officeDocument/2006/relationships/slideLayout" Target="/ppt/slideLayouts/slideLayout2.xml" Id="Rd689f56d83004140" /><Relationship Type="http://schemas.openxmlformats.org/officeDocument/2006/relationships/slideLayout" Target="/ppt/slideLayouts/slideLayout3.xml" Id="Rc6228463e5a44dc9" /><Relationship Type="http://schemas.openxmlformats.org/officeDocument/2006/relationships/slideLayout" Target="/ppt/slideLayouts/slideLayout4.xml" Id="Rae8107f9f31e465e" /><Relationship Type="http://schemas.openxmlformats.org/officeDocument/2006/relationships/slideLayout" Target="/ppt/slideLayouts/slideLayout5.xml" Id="Rd5a8f7ac8d9b46f6" /><Relationship Type="http://schemas.openxmlformats.org/officeDocument/2006/relationships/slideLayout" Target="/ppt/slideLayouts/slideLayout6.xml" Id="R9be190177bd54ee3" /><Relationship Type="http://schemas.openxmlformats.org/officeDocument/2006/relationships/slideLayout" Target="/ppt/slideLayouts/slideLayout7.xml" Id="Rbb8523bf8d324e3b" /><Relationship Type="http://schemas.openxmlformats.org/officeDocument/2006/relationships/slideLayout" Target="/ppt/slideLayouts/slideLayout8.xml" Id="Rcd554448763349c0" /><Relationship Type="http://schemas.openxmlformats.org/officeDocument/2006/relationships/slideLayout" Target="/ppt/slideLayouts/slideLayout9.xml" Id="R40c7bf0b9c9645e3" /><Relationship Type="http://schemas.openxmlformats.org/officeDocument/2006/relationships/slideLayout" Target="/ppt/slideLayouts/slideLayout10.xml" Id="Rf07d0ad46f5f4fa1" /><Relationship Type="http://schemas.openxmlformats.org/officeDocument/2006/relationships/slideLayout" Target="/ppt/slideLayouts/slideLayout11.xml" Id="Rf4c51df296db44e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C4BB7E-9529-4984-8F99-B61B3046A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95FD18-6B8F-43D5-B54F-5BB5832956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F543DB-9511-479A-BC79-698E863386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011118-513A-44EC-9B6E-FF507285507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F268-63CA-43D5-B9B7-B263B157FE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1aa7a935a4f00"/>
    <p:sldLayoutId xmlns:r="http://schemas.openxmlformats.org/officeDocument/2006/relationships" id="2147483650" r:id="Rd689f56d83004140"/>
    <p:sldLayoutId xmlns:r="http://schemas.openxmlformats.org/officeDocument/2006/relationships" id="2147483651" r:id="Rc6228463e5a44dc9"/>
    <p:sldLayoutId xmlns:r="http://schemas.openxmlformats.org/officeDocument/2006/relationships" id="2147483652" r:id="Rae8107f9f31e465e"/>
    <p:sldLayoutId xmlns:r="http://schemas.openxmlformats.org/officeDocument/2006/relationships" id="2147483653" r:id="Rd5a8f7ac8d9b46f6"/>
    <p:sldLayoutId xmlns:r="http://schemas.openxmlformats.org/officeDocument/2006/relationships" id="2147483654" r:id="R9be190177bd54ee3"/>
    <p:sldLayoutId xmlns:r="http://schemas.openxmlformats.org/officeDocument/2006/relationships" id="2147483655" r:id="Rbb8523bf8d324e3b"/>
    <p:sldLayoutId xmlns:r="http://schemas.openxmlformats.org/officeDocument/2006/relationships" id="2147483656" r:id="Rcd554448763349c0"/>
    <p:sldLayoutId xmlns:r="http://schemas.openxmlformats.org/officeDocument/2006/relationships" id="2147483657" r:id="R40c7bf0b9c9645e3"/>
    <p:sldLayoutId xmlns:r="http://schemas.openxmlformats.org/officeDocument/2006/relationships" id="2147483658" r:id="Rf07d0ad46f5f4fa1"/>
    <p:sldLayoutId xmlns:r="http://schemas.openxmlformats.org/officeDocument/2006/relationships" id="2147483659" r:id="Rf4c51df296db44e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4989628ba94fbb" /><Relationship Type="http://schemas.openxmlformats.org/officeDocument/2006/relationships/notesSlide" Target="/ppt/notesSlides/notesSlide1.xml" Id="R5a0c7e705eeb49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4d3a9fe64a4755" /><Relationship Type="http://schemas.openxmlformats.org/officeDocument/2006/relationships/notesSlide" Target="/ppt/notesSlides/notesSlide2.xml" Id="R961df8b8c2bb4c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e05458d3924c8e" /><Relationship Type="http://schemas.openxmlformats.org/officeDocument/2006/relationships/notesSlide" Target="/ppt/notesSlides/notesSlide3.xml" Id="R90d786a7ce084e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69476dc4684060" /><Relationship Type="http://schemas.openxmlformats.org/officeDocument/2006/relationships/notesSlide" Target="/ppt/notesSlides/notesSlide4.xml" Id="Rcc6d37b70b484c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0de56d8eec4b31" /><Relationship Type="http://schemas.openxmlformats.org/officeDocument/2006/relationships/notesSlide" Target="/ppt/notesSlides/notesSlide5.xml" Id="Rdb7afb4b87c946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29f60fb2564fb8" /><Relationship Type="http://schemas.openxmlformats.org/officeDocument/2006/relationships/notesSlide" Target="/ppt/notesSlides/notesSlide6.xml" Id="R6bf2b9191d0948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2c49d350fc4c37" /><Relationship Type="http://schemas.openxmlformats.org/officeDocument/2006/relationships/notesSlide" Target="/ppt/notesSlides/notesSlide7.xml" Id="R42625cbf350f48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55bf660a4f4167" /><Relationship Type="http://schemas.openxmlformats.org/officeDocument/2006/relationships/notesSlide" Target="/ppt/notesSlides/notesSlide8.xml" Id="R953c3a0996e240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707005a47b4189" /><Relationship Type="http://schemas.openxmlformats.org/officeDocument/2006/relationships/notesSlide" Target="/ppt/notesSlides/notesSlide9.xml" Id="R25f8e6cfb23045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0307fe071a4184" /><Relationship Type="http://schemas.openxmlformats.org/officeDocument/2006/relationships/notesSlide" Target="/ppt/notesSlides/notesSlide10.xml" Id="R45fa2ac34a134c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14436d9d85421c" /><Relationship Type="http://schemas.openxmlformats.org/officeDocument/2006/relationships/notesSlide" Target="/ppt/notesSlides/notesSlide11.xml" Id="Rb6b9c123c89844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c8c7ed22b54941" /><Relationship Type="http://schemas.openxmlformats.org/officeDocument/2006/relationships/notesSlide" Target="/ppt/notesSlides/notesSlide12.xml" Id="R0eb57f69e4184d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12221bb5a6424c" /><Relationship Type="http://schemas.openxmlformats.org/officeDocument/2006/relationships/notesSlide" Target="/ppt/notesSlides/notesSlide13.xml" Id="R2785c564378b46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f7ae6d4fac4c67" /><Relationship Type="http://schemas.openxmlformats.org/officeDocument/2006/relationships/notesSlide" Target="/ppt/notesSlides/notesSlide14.xml" Id="R013343a6debd4c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451f64db0a428e" /><Relationship Type="http://schemas.openxmlformats.org/officeDocument/2006/relationships/notesSlide" Target="/ppt/notesSlides/notesSlide15.xml" Id="Rf097261792574e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355b9a9b9544e1" /><Relationship Type="http://schemas.openxmlformats.org/officeDocument/2006/relationships/notesSlide" Target="/ppt/notesSlides/notesSlide16.xml" Id="Rfe542dbe1d484d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a674bb7b7e4db7" /><Relationship Type="http://schemas.openxmlformats.org/officeDocument/2006/relationships/notesSlide" Target="/ppt/notesSlides/notesSlide17.xml" Id="R6974e558c0b746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5afa2d2d534ae1" /><Relationship Type="http://schemas.openxmlformats.org/officeDocument/2006/relationships/notesSlide" Target="/ppt/notesSlides/notesSlide18.xml" Id="R6d8cf1b7c9484f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18F65A-CAB0-4709-9E4C-614E80E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098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Investigate the System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265495-A4B2-488B-ADA4-FF11ABB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098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Teach It to Remember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0418C-E174-4321-9A8E-BA2FE1A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0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 and project memory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72BD516-8B79-4B7B-BFCD-09BBA23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8BCC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C52354-E75D-4F3F-8A62-DCFB2DA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Every investigation should leave the repository easier to understand and harder to damage.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5F944FF-BB10-4019-94AF-A5E2D66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03902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3FE74F-0809-423E-8C90-DB0B77A8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35B76BE-D0BA-4695-9A8A-825ECBA3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Phase 02 and Phase 03 improve each other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A774963-A93D-4F44-A3F3-E02D5880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E25FBF-1B53-43AB-BE51-F42D2B1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 02 — guardrails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2F9951-DE69-47D4-B2D8-23B47D94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01CC13-E99C-4431-B7D3-F3120D20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Encode what the team knows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54F0B5-5276-473C-A6C3-61DBC56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4F54065-B256-46AA-8EB9-CCDA86D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Evaluate proposed changes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BB7C7E-154A-4FF7-BA0E-96C77696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260F9CA-AE4A-42C6-BB0D-5B8A1507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Block known failure modes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3276CC7-957D-4AAA-957E-28900A9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CE66595-9FCC-485C-B6FA-6A7DAB6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 03 — memory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71878F-F7DC-4D5F-99EA-937F876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52FEDF-1B3B-414A-B8FE-01A037E7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Discover what is missing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FBF6AE-7B76-4EDA-B35A-48B9C971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07B6E5A-147A-4863-91D5-DDF6A28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Explain the existing system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836A6EB-454C-4539-85B8-791C281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E621DB-4542-4190-B893-01C1C89B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Feed verified findings back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F4D6BCC-6CC6-4061-BF82-9D8D61D7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Quality gets stronger when investigation becomes memory.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11012BD-4392-499D-83F3-C34EF1CC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96256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/>
            </a:pPr>
            <a:r>
              <a:rPr sz="3525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Build your own improvement 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Ask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sharp questions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with evidence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Remember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durably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Promote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mature findings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Improve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the guardrails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883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New changes create new questions. The cycle keeps learning.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294AAF-E7BB-4749-A639-DB18589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B946AC-E0D8-48C4-9993-1C453DBC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/>
            </a:pPr>
            <a:r>
              <a:rPr sz="3525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Better questions create better understanding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772D7F-A09B-4E5C-8AE5-64C6AB8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CAF8E6-CF96-4805-9CFC-766AD48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System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43DFE-9DAD-48C9-A3E6-87717DE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Where does execution begin? Where do business rules and boundaries live?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6CAFF3-5BFE-47A0-A6A7-3B6CDA4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3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6CD3E0-B6C5-490D-8EEE-37F09D3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Trust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829B8C-5694-4015-9028-E602564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Where does data move? Where are user, role, and tenant checks enforced?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ABFD604-73C6-4C04-9512-D655C09B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2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A02880-7C5C-4928-8CCD-3582E68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Change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CEA62F-9434-4289-A60D-59457E7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What churns? What is weakly tested? What would you refuse to touch?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9FA40E-0BD4-467F-A306-795677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883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standard toolkit orients you. Repository-specific questions create value.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11E0EA-711B-42F2-AF95-B2096C5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81053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A5B7EF6-A4C3-4B83-8678-AAF4638D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D1B0D38-0E35-4A47-B51D-C5A507BA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toolkit is a starting point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FA3557A-99A9-4BB4-9228-3A65822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B9403E7-164A-4765-8AED-D6324C54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/ingest</a:t>
            </a: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F0DE41F5-691F-4B28-81D7-3F4F7B1B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37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94784B2-D9A9-4646-B2B4-BFA334F4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CB269BB-6258-4755-B638-446FB89C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/map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3C1A8400-E746-432D-9918-7C2D9781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2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97578D0-FE3C-431E-B5A2-6872B947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7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04B194E-6227-4652-A7C5-D3A63292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7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/security-scan</a:t>
            </a:r>
          </a:p>
        </p:txBody>
      </p:sp>
      <p:sp>
        <p:nvSpPr>
          <p:cNvPr id="12" name="Right Arrow 11">
            <a:extLst xmlns:a="http://schemas.openxmlformats.org/drawingml/2006/main">
              <a:ext uri="{FF2B5EF4-FFF2-40B4-BE49-F238E27FC236}">
                <a16:creationId xmlns:a16="http://schemas.microsoft.com/office/drawing/2014/main" id="{82F80952-9EE9-4C9B-8E8F-886DC5AD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7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433DDC6-947B-4F3F-B9ED-2D427727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2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29FEBF-2CB5-4D4B-93CC-2C1CB15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2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/git-story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B59D8903-9FDE-4D1C-936B-FD5DBC88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2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133E37C-CC50-4A12-A5BA-9D313E33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7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4CC2058-4CC7-432A-A951-4DF12AE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7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/improve</a:t>
            </a:r>
          </a:p>
        </p:txBody>
      </p:sp>
      <p:sp>
        <p:nvSpPr>
          <p:cNvPr id="18" name="Right Arrow 17">
            <a:extLst xmlns:a="http://schemas.openxmlformats.org/drawingml/2006/main">
              <a:ext uri="{FF2B5EF4-FFF2-40B4-BE49-F238E27FC236}">
                <a16:creationId xmlns:a16="http://schemas.microsoft.com/office/drawing/2014/main" id="{B44F0DF1-134C-4A46-A992-50552EEF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7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517076F-803D-4BCA-A9DC-516E586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2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51F12C-18B7-47F6-AF7B-2BC3EA4D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2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/deep-dive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9A268C1-B1BF-48D0-AF30-8CC52039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Orient first. Then pursue the question this codebase makes necessary.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0C8B6CD-6ECB-4EDC-BC08-FEA7D8E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17250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294AAF-E7BB-4749-A639-DB18589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B946AC-E0D8-48C4-9993-1C453DBC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Confidence is not evidence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772D7F-A09B-4E5C-8AE5-64C6AB8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CAF8E6-CF96-4805-9CFC-766AD48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Observe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43DFE-9DAD-48C9-A3E6-87717DE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Cite files, configs, tests, commits, and behavior—not tone.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6CAFF3-5BFE-47A0-A6A7-3B6CDA4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3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6CD3E0-B6C5-490D-8EEE-37F09D3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Infer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829B8C-5694-4015-9028-E602564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State the reasoning, alternatives, and confidence behind the conclusion.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ABFD604-73C6-4C04-9512-D655C09B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2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A02880-7C5C-4928-8CCD-3582E68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CEA62F-9434-4289-A60D-59457E7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Record contradictions, unknowns, and what would change your mind.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9FA40E-0BD4-467F-A306-795677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 useful report makes uncertainty visible.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11E0EA-711B-42F2-AF95-B2096C5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81053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F1F54D3-C0A2-442D-AC8B-CFC8D2ED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6CCE8D1-62A8-47ED-AAD8-A8CD228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Memory matures before it becomes a gate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37B3D1-282E-40D4-9207-9A644A48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Observation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B787D-5CEC-48CA-B9A9-1115DDC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evidence from this investigation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D7E6CE-3DA9-488D-AAE8-DB27B48B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Explanation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5A098B-E7E2-4B9B-BBE0-D75ACA7F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durable account of the system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0F29470-A6F5-474E-8882-BAE98461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Expectation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1EE6CA-87CA-40C8-A6D5-780B214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practice the team chooses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BDC2060-A2AE-4FBA-B558-40518F5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Enforcement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78C60E-5D00-42DF-9ACC-439ED194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test, CI, architecture, or merge rule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6056DC-A527-42BD-9730-A743B6A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077224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294AAF-E7BB-4749-A639-DB18589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B946AC-E0D8-48C4-9993-1C453DBC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Git history repairs incomplete memory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772D7F-A09B-4E5C-8AE5-64C6AB8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CAF8E6-CF96-4805-9CFC-766AD48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Churn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43DFE-9DAD-48C9-A3E6-87717DE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Frequently changed files reveal instability, ownership, or shifting requirements.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6CAFF3-5BFE-47A0-A6A7-3B6CDA4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3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6CD3E0-B6C5-490D-8EEE-37F09D3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Coupling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829B8C-5694-4015-9028-E602564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Files that change together may expose dependencies the architecture hides.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ABFD604-73C6-4C04-9512-D655C09B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2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A02880-7C5C-4928-8CCD-3582E68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Reality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CEA62F-9434-4289-A60D-59457E7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Reversions, migrations, and actual review behavior correct the written story.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9FA40E-0BD4-467F-A306-795677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Current code tells you what exists. History helps explain why.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11E0EA-711B-42F2-AF95-B2096C5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81053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5FC31F-B11B-478F-A634-2C8F600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BD8FC9-E334-48BD-A697-6488F5B8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Choose the investigation mode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562BDE-CBD9-4D56-B795-675E03D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500193-E75D-42A7-83E3-F2B88BA0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Team investigation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42B017-3DCB-40BB-A3A9-F60C768A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139460-1E14-46DC-86C8-3F4496B0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 repository, shared questions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4BC2C72-AF7A-4E30-B475-3B4BE1C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BF1087B-49F5-4838-A0B2-E249A0E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Parallel research lenses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4779C2-35C8-40CC-8D5F-6E11CDE1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D16D73-83E8-4D4E-8D28-0B99FC37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 reconciled system story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2B0BCD-3005-4E48-8A31-6075F88A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982E0B2-C9B8-4170-B852-B772006F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Individual investigation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898AF2-D75E-4499-9E56-D863FFCE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7A39975-2A75-4391-9F68-10C459BC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Any authorized repository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AEB453-1E32-47CF-A818-BD6E2B0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A01A3B-BC9E-4494-BFF7-2F2B1A6B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Own the complete cycle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A5F6AD5-BCD2-4F5D-8F0A-41DD3ABC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E0798D3-34BB-43E7-BF79-DD08DDD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 one unique skill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032043C-3FF0-42E3-8EF4-E1322EBA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92717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/>
            </a:pPr>
            <a:r>
              <a:rPr sz="3525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Team mode: divide the lenses, not the understanding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Frame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one question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Predict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before tools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Investigate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in parallel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Reconcile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contradictions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Synthesize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one story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883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Parallel reports are not understanding until the group connects them.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/>
            </a:pPr>
            <a:r>
              <a:rPr sz="3525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Individual mode: own the whole learning loop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Choose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 safe repo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what matters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Investigate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with evidence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 unique skill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Return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with memory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883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Freedom of repository choice does not lower the evidence bar.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439BDA-BE03-4487-A9C2-BC70BE8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49699B-7BC6-4B45-B4B4-C61B13C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Build the question this codebase needs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699215-11DF-4EBB-B181-88CE431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BAA5B9-9A93-42A3-A5F4-C55253E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Investigation skills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8907F8-E810-4F1F-9BD7-20E9566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DC5F259-0AFD-4021-8571-2568ABC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Git-process audit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AAA2C-B430-4D8A-93F4-60D1EE9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BABECB-B82D-4DA1-9AF4-7E572BB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API consistency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00C3FB-8DFB-44A9-A5E0-E6F8B1C3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7A5696-11B9-4A9C-B27C-EEFBF6B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Coverage completeness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0A59B9-FBEE-4B97-AB35-AF0F46B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627E58-FAA8-4597-8C13-B1ADC01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Authorization map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038D74-6490-41E7-BD8B-EAC92E7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D04CF0-8808-4A1D-BA53-2A677DE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Memory skills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0BDB70-BAED-40E4-B91C-2C4AAD3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CFAF0-9E23-40D8-9ED4-D00DD33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Ownership map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696C26-DC2C-49A9-A88D-8ADAF8B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6236A9-FC90-4F1A-A709-59FA5D9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Docs-drift review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672EACD-3B76-4F23-98A9-7D7BA45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C3D87FD-E685-4C0B-B253-8C987010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Project-memory refresh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5E6326-5308-46EA-ACF4-41F0414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59C2F4F-CE25-4457-9A6B-08C650A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Finding promotion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931FA53-003B-4C8E-8D6F-DFDC1964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28782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294AAF-E7BB-4749-A639-DB18589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B946AC-E0D8-48C4-9993-1C453DBC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 credible skill has an evidence contract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772D7F-A09B-4E5C-8AE5-64C6AB8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CAF8E6-CF96-4805-9CFC-766AD48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43DFE-9DAD-48C9-A3E6-87717DE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State exactly what it answers and what remains outside its scope.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6CAFF3-5BFE-47A0-A6A7-3B6CDA4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3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6CD3E0-B6C5-490D-8EEE-37F09D3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829B8C-5694-4015-9028-E602564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Name the code, history, tests, configuration, and behavior it must inspect.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ABFD604-73C6-4C04-9512-D655C09B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2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A02880-7C5C-4928-8CCD-3582E68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Verification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CEA62F-9434-4289-A60D-59457E7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Expose assumptions, uncertainty, output format, and how to check the result.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9FA40E-0BD4-467F-A306-795677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 reusable method is more valuable than a reusable prompt.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11E0EA-711B-42F2-AF95-B2096C5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1810537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/>
            </a:pPr>
            <a:r>
              <a:rPr sz="3525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Promote findings only as far as the evidence earns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Observe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report it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Explain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document it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Expect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agree on it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Enforce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automate it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Recheck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when stale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883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Every hard gate began as a question someone investigated well.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3899A8D-4177-4777-B1E5-D45D13F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D9CFC8-372D-44CF-92DE-E1668852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Read first. Protect the boundary.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94B767C-1418-4233-8758-07AB9259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The investigation is useful only when the repository and organization remain safe.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2094C99-2458-4B33-AD71-94B7A0EA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E537EB-E8E5-44CC-BFAA-4B49433F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Authorized repository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A249FA1-C810-4F74-8BDF-4966F34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05200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approved scope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646363B-135B-4871-9B7E-64E6DE0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A23EBE-B518-41AD-9AA5-12F61A71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Approved AI service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C69078-1E6A-4C4B-B19C-82A0AA2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71925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right data classification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324D23-580C-4246-973C-77E517B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0CE280-A269-42D8-B2C8-0E504F3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 sensitive data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E3CA5B-CCEE-43FC-8B58-E41671EF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38650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protect prompts + reports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E2FC61D-D6C2-42D2-B050-95C65CF1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54B7DD1-75F5-4DA4-B029-0A01FAE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Research branch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87C48FF-ECD4-41D4-86A5-8998E6D4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05375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report before change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16B087E-A351-456D-B61F-63D70D9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628374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7B21ACF-620B-40C9-B220-C3D13395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/>
            </a:pPr>
            <a:r>
              <a:rPr sz="3375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Return with what the repository learned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5775F2-43BD-48FD-B7FA-C752A9C0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Compare the investigation, not just the repositories.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A5276D5-814B-4F6E-A917-AE604E80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Report back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7DD915C-0D3F-4C87-9C07-1AA15F99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09550" cy="283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EE523B-D0FF-4D35-B31A-2DC74B4A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/>
            </a:pPr>
            <a:r>
              <a:rPr sz="17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surprised you?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1F4381-F411-4E87-94B9-67805321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696FD64-6812-436A-99DA-D116EDB2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did the agent get wrong?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B7670A-86BE-4724-9018-2188A704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6C9B19-AC43-4FDB-811F-F1FE1DF4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/>
            </a:pPr>
            <a:r>
              <a:rPr sz="13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would you not change?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BA07BE-4C64-4525-B260-B3E5F02F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D470166-B36F-473B-B901-56DFE0E8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memory and guardrail improved?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E78472-E93F-4686-8876-181F822D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4813345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439BDA-BE03-4487-A9C2-BC70BE8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RESEARCH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49699B-7BC6-4B45-B4B4-C61B13C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packet is proof that understanding became durable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699215-11DF-4EBB-B181-88CE431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BAA5B9-9A93-42A3-A5F4-C55253E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Understanding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8907F8-E810-4F1F-9BD7-20E9566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DC5F259-0AFD-4021-8571-2568ABC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Questions + predictions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AAA2C-B430-4D8A-93F4-60D1EE9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BABECB-B82D-4DA1-9AF4-7E572BB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Evidence-backed system story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00C3FB-8DFB-44A9-A5E0-E6F8B1C3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7A5696-11B9-4A9C-B27C-EEFBF6B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Uncertainty + safe boundary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0A59B9-FBEE-4B97-AB35-AF0F46B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627E58-FAA8-4597-8C13-B1ADC01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Corrected AI claim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038D74-6490-41E7-BD8B-EAC92E7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D04CF0-8808-4A1D-BA53-2A677DE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Improvement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0BDB70-BAED-40E4-B91C-2C4AAD3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CFAF0-9E23-40D8-9ED4-D00DD33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Memory added or repaired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696C26-DC2C-49A9-A88D-8ADAF8B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6236A9-FC90-4F1A-A709-59FA5D9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Custom skill tested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672EACD-3B76-4F23-98A9-7D7BA45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C3D87FD-E685-4C0B-B253-8C987010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Finding classified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5E6326-5308-46EA-ACF4-41F0414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59C2F4F-CE25-4457-9A6B-08C650A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Guardrail proposal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931FA53-003B-4C8E-8D6F-DFDC1964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8287823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18F65A-CAB0-4709-9E4C-614E80E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098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Ask Better Questions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265495-A4B2-488B-ADA4-FF11ABB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098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Leave Better Memory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0418C-E174-4321-9A8E-BA2FE1A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0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03 closes the learning loop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72BD516-8B79-4B7B-BFCD-09BBA23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8BCC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C52354-E75D-4F3F-8A62-DCFB2DA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 02 makes changes prove themselves. Phase 03 makes the system explain itself.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5F944FF-BB10-4019-94AF-A5E2D66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503902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2026-08-06T13:17:28.0220000Z</dcterms:created>
  <dcterms:modified xsi:type="dcterms:W3CDTF">2026-08-06T13:17:28.0220000Z</dcterms:modified>
</coreProperties>
</file>