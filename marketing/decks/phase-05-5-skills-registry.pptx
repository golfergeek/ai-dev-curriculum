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cc2157f0a2467d" /><Relationship Type="http://schemas.openxmlformats.org/officeDocument/2006/relationships/extended-properties" Target="/docProps/app.xml" Id="R97b152b38f5241aa" /><Relationship Type="http://schemas.openxmlformats.org/officeDocument/2006/relationships/officeDocument" Target="/ppt/presentation.xml" Id="R56c01e3d30de49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52a01b198a4bd8"/>
  </p:sldMasterIdLst>
  <p:notesMasterIdLst>
    <p:notesMasterId xmlns:r="http://schemas.openxmlformats.org/officeDocument/2006/relationships" r:id="Rc24815a2bf8045b3"/>
  </p:notesMasterIdLst>
  <p:sldIdLst>
    <p:sldId xmlns:r="http://schemas.openxmlformats.org/officeDocument/2006/relationships" id="256" r:id="R8deda108e9ff455c"/>
    <p:sldId xmlns:r="http://schemas.openxmlformats.org/officeDocument/2006/relationships" id="257" r:id="R004257185a2e4b37"/>
    <p:sldId xmlns:r="http://schemas.openxmlformats.org/officeDocument/2006/relationships" id="258" r:id="R15148eec78b84b99"/>
    <p:sldId xmlns:r="http://schemas.openxmlformats.org/officeDocument/2006/relationships" id="259" r:id="R049cd73f08f5465b"/>
    <p:sldId xmlns:r="http://schemas.openxmlformats.org/officeDocument/2006/relationships" id="260" r:id="Ref92b437bf954e15"/>
    <p:sldId xmlns:r="http://schemas.openxmlformats.org/officeDocument/2006/relationships" id="261" r:id="R4dcf6638c5364a23"/>
    <p:sldId xmlns:r="http://schemas.openxmlformats.org/officeDocument/2006/relationships" id="262" r:id="R0591bfd10ad94a6a"/>
    <p:sldId xmlns:r="http://schemas.openxmlformats.org/officeDocument/2006/relationships" id="263" r:id="Rea7ae978e27c46bd"/>
    <p:sldId xmlns:r="http://schemas.openxmlformats.org/officeDocument/2006/relationships" id="264" r:id="Rafd497333e834464"/>
    <p:sldId xmlns:r="http://schemas.openxmlformats.org/officeDocument/2006/relationships" id="265" r:id="R3831aa411cb44463"/>
    <p:sldId xmlns:r="http://schemas.openxmlformats.org/officeDocument/2006/relationships" id="266" r:id="R67d3ed70fe784174"/>
    <p:sldId xmlns:r="http://schemas.openxmlformats.org/officeDocument/2006/relationships" id="267" r:id="R6430056a9a134d0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cf6522d9ad4a33" /><Relationship Type="http://schemas.openxmlformats.org/officeDocument/2006/relationships/slideMaster" Target="/ppt/slideMasters/slideMaster1.xml" Id="Rc252a01b198a4bd8" /><Relationship Type="http://schemas.openxmlformats.org/officeDocument/2006/relationships/notesMaster" Target="/ppt/notesMasters/notesMaster1.xml" Id="Rc24815a2bf8045b3" /><Relationship Type="http://schemas.openxmlformats.org/officeDocument/2006/relationships/presProps" Target="/ppt/presProps.xml" Id="R9cee6d5ac1fb448b" /><Relationship Type="http://schemas.openxmlformats.org/officeDocument/2006/relationships/viewProps" Target="/ppt/viewProps.xml" Id="R822cb7fab1b84812" /><Relationship Type="http://schemas.openxmlformats.org/officeDocument/2006/relationships/tableStyles" Target="/ppt/tableStyles.xml" Id="Racb94d32194046d5" /><Relationship Type="http://schemas.openxmlformats.org/officeDocument/2006/relationships/slide" Target="/ppt/slides/slide1.xml" Id="R8deda108e9ff455c" /><Relationship Type="http://schemas.openxmlformats.org/officeDocument/2006/relationships/slide" Target="/ppt/slides/slide2.xml" Id="R004257185a2e4b37" /><Relationship Type="http://schemas.openxmlformats.org/officeDocument/2006/relationships/slide" Target="/ppt/slides/slide3.xml" Id="R15148eec78b84b99" /><Relationship Type="http://schemas.openxmlformats.org/officeDocument/2006/relationships/slide" Target="/ppt/slides/slide4.xml" Id="R049cd73f08f5465b" /><Relationship Type="http://schemas.openxmlformats.org/officeDocument/2006/relationships/slide" Target="/ppt/slides/slide5.xml" Id="Ref92b437bf954e15" /><Relationship Type="http://schemas.openxmlformats.org/officeDocument/2006/relationships/slide" Target="/ppt/slides/slide6.xml" Id="R4dcf6638c5364a23" /><Relationship Type="http://schemas.openxmlformats.org/officeDocument/2006/relationships/slide" Target="/ppt/slides/slide7.xml" Id="R0591bfd10ad94a6a" /><Relationship Type="http://schemas.openxmlformats.org/officeDocument/2006/relationships/slide" Target="/ppt/slides/slide8.xml" Id="Rea7ae978e27c46bd" /><Relationship Type="http://schemas.openxmlformats.org/officeDocument/2006/relationships/slide" Target="/ppt/slides/slide9.xml" Id="Rafd497333e834464" /><Relationship Type="http://schemas.openxmlformats.org/officeDocument/2006/relationships/slide" Target="/ppt/slides/slide10.xml" Id="R3831aa411cb44463" /><Relationship Type="http://schemas.openxmlformats.org/officeDocument/2006/relationships/slide" Target="/ppt/slides/slide11.xml" Id="R67d3ed70fe784174" /><Relationship Type="http://schemas.openxmlformats.org/officeDocument/2006/relationships/slide" Target="/ppt/slides/slide12.xml" Id="R6430056a9a134d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c08eabaf1a4d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0a1102c0e5465b" /><Relationship Type="http://schemas.openxmlformats.org/officeDocument/2006/relationships/notesMaster" Target="/ppt/notesMasters/notesMaster1.xml" Id="R0254650b5ec447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b04c44be3e4330" /><Relationship Type="http://schemas.openxmlformats.org/officeDocument/2006/relationships/notesMaster" Target="/ppt/notesMasters/notesMaster1.xml" Id="Rb8e1e835be7140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8f093239ba4c1b" /><Relationship Type="http://schemas.openxmlformats.org/officeDocument/2006/relationships/notesMaster" Target="/ppt/notesMasters/notesMaster1.xml" Id="R2ff8d4b92bcf47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bc3cbecc21b4939" /><Relationship Type="http://schemas.openxmlformats.org/officeDocument/2006/relationships/notesMaster" Target="/ppt/notesMasters/notesMaster1.xml" Id="R3bc22b75f54f4d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52e23292ff44da" /><Relationship Type="http://schemas.openxmlformats.org/officeDocument/2006/relationships/notesMaster" Target="/ppt/notesMasters/notesMaster1.xml" Id="R6968dca1f4a943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4f1e6590634a0d" /><Relationship Type="http://schemas.openxmlformats.org/officeDocument/2006/relationships/notesMaster" Target="/ppt/notesMasters/notesMaster1.xml" Id="Rc1eeefdb234d41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d5c0a9374049d9" /><Relationship Type="http://schemas.openxmlformats.org/officeDocument/2006/relationships/notesMaster" Target="/ppt/notesMasters/notesMaster1.xml" Id="Rd601bb9b659f413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d899b0f73d14ee2" /><Relationship Type="http://schemas.openxmlformats.org/officeDocument/2006/relationships/notesMaster" Target="/ppt/notesMasters/notesMaster1.xml" Id="R39ed31b918a14d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d92ce211c7d4ae5" /><Relationship Type="http://schemas.openxmlformats.org/officeDocument/2006/relationships/notesMaster" Target="/ppt/notesMasters/notesMaster1.xml" Id="R7d41d108ef3c417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303827e327247ac" /><Relationship Type="http://schemas.openxmlformats.org/officeDocument/2006/relationships/notesMaster" Target="/ppt/notesMasters/notesMaster1.xml" Id="R75b25c009aa54d5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10b8fa16c8a4da7" /><Relationship Type="http://schemas.openxmlformats.org/officeDocument/2006/relationships/notesMaster" Target="/ppt/notesMasters/notesMaster1.xml" Id="R1811f6ea6d8d42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703573e56704e35" /><Relationship Type="http://schemas.openxmlformats.org/officeDocument/2006/relationships/notesMaster" Target="/ppt/notesMasters/notesMaster1.xml" Id="Ra292921d8c7b48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the skills-program handbook.\n\n[Sources]\n-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the skills-program handbook.\n\n[Sources]\n-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the skills-program handbook.\n\n[Sources]\n-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the skills-program handbook.\n\n[Sources]\n-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the skills-program handbook.\n\n[Sources]\n-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the skills-program handbook.\n\n[Sources]\n-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the skills-program handbook.\n\n[Sources]\n-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the skills-program handbook.\n\n[Sources]\n-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the skills-program handbook.\n\n[Sources]\n-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the skills-program handbook.\n\n[Sources]\n-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the skills-program handbook.\n\n[Sources]\n-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the skills-program handbook.\n\n[Sources]\n-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7487089c8045d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1a99a62ba442d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4163cb98a1400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03054a934c419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4dfc54500044e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84b828b7514f3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d76fe9d40043a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4945c8e79a476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df2e23dffd4f9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d5934b25b3482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dd9a369af4449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D66ED5-5EA4-4351-AAEF-28B3444C2DE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FB35226-7D4A-4AC1-B04C-467D25BED0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88D92C5-8743-4321-AADF-AA47A4A670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B38B896-E3B6-4217-80FF-E3A09A2215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F6DDDE1-8E65-411B-BA80-18A6213921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2CE1D9-515A-4EC4-9CBD-4D04F825A3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30FD2B2-ED59-41F9-9AFF-36766BAC94E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CB91-97A0-49E9-9E9B-6F93905192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EC184A2-BD01-41E7-ACDA-C3C22F47CF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BFC32-DC90-4462-A707-DDA21DFE00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DCD49A-1605-4505-8B6A-2807F06093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BC8DA8-5BB4-4C89-BFE1-CFA35F6B3D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34D2CF-5978-4792-BD71-546F647E02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E8B2FF0-2F8E-4EAB-A68C-E9F06B9C8A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E411C2-E6BF-4F97-B0E5-E3AD597685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90CDBF-52D0-4705-98DD-E5F6D77D00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9F5CAB-B5E4-4B9F-AD32-B773118E313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0EB05A-840F-4E98-B366-16F15A8DA3F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CF6EEC5-F350-45DC-A015-16D7CF64BA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C407C25-D0F1-465C-BC86-6257ED6D95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42F1C7D-FF27-47FB-B77F-62C8BCDC90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3738EC-0FC7-463B-9987-35654CE5F4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D12A41-81FD-451A-84E9-59A6D07628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03D7474-EBD7-4AC1-A218-94B463E3D52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322B64F-023F-45A6-980F-B2B6099E6E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1A2B339-F0F7-44CB-BEF2-D25307D4A7C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859FEB9E-9D7C-42F8-BAA4-9A3ED2ABB6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DA8A412-48F7-4862-98FC-40A2269B34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B484D89-3F44-439D-A705-8FF9D43CB4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5F2728-0047-4738-84E3-7854EAE9B9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66B506B-A866-45F3-B62F-C55AF0C233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03FEBFE-4C9F-4158-A36E-CF88150FB0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BA7CC41-A6E2-40BE-A123-3FA1939B81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BD72295-06A6-4ACF-AF62-9054B25C5B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E148E6-D096-4F81-A8EE-DA3E1F59B0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FE84D2E-7CA1-49C9-84C2-0F77B4F6FB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6F25DC-FF0A-486A-8889-D69E1D5365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B4EBC5A-AFCD-435C-AA39-2CC9AAAC1EE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FA67298-FCB8-48C2-8776-B45D98A4F18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64FA38-7C5B-4AFE-9B13-26A7C59574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92EDB11-E59F-490A-92C0-3E84681592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E40C0EA-EDDA-491B-9876-1C57084F60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74E41A6-BE11-4CBF-B2F0-003BB8B7FD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E5AC807-E97F-4E77-9445-51D4B0FD6BD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A7C9BC9-B896-4375-9850-C66D190A32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E7B465B-0AC5-4F1C-9EC6-1E6947364BE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9BD5430-DB36-411E-804E-6635A302F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F95A352-0D07-499F-95AE-B2546A256C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EACF2B-5A44-4B5A-ADB4-60B87B7AFC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2F40783-FD83-4868-B410-73255E1CFA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9162D6F-2838-424C-B3A5-9606623A16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F955218-6E4F-4783-91F2-3CFD30ED2F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4E8E674-7087-41CA-A8A6-19D8C27DCB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052557FB-82D1-4A3B-B9F4-3844CC7FD2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3EE512D-5C32-488F-BF1C-3A739F3F03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4DA4D74-410C-438B-9FD4-723AA6C2B3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8BDD6B-2672-4F16-8BA1-4EC0BC8653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A7BACB1-4245-4CC7-AA89-6915D752C6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ce8d7a5ba0466c" /><Relationship Type="http://schemas.openxmlformats.org/officeDocument/2006/relationships/slideLayout" Target="/ppt/slideLayouts/slideLayout1.xml" Id="Rea3665e7624b4f22" /><Relationship Type="http://schemas.openxmlformats.org/officeDocument/2006/relationships/slideLayout" Target="/ppt/slideLayouts/slideLayout2.xml" Id="R2bf536d0cb7e451a" /><Relationship Type="http://schemas.openxmlformats.org/officeDocument/2006/relationships/slideLayout" Target="/ppt/slideLayouts/slideLayout3.xml" Id="R51f8c29a21c74d80" /><Relationship Type="http://schemas.openxmlformats.org/officeDocument/2006/relationships/slideLayout" Target="/ppt/slideLayouts/slideLayout4.xml" Id="Rbcd4e303b86848a8" /><Relationship Type="http://schemas.openxmlformats.org/officeDocument/2006/relationships/slideLayout" Target="/ppt/slideLayouts/slideLayout5.xml" Id="Rcf8d85a494604b00" /><Relationship Type="http://schemas.openxmlformats.org/officeDocument/2006/relationships/slideLayout" Target="/ppt/slideLayouts/slideLayout6.xml" Id="Rc0faf87cfd2c445b" /><Relationship Type="http://schemas.openxmlformats.org/officeDocument/2006/relationships/slideLayout" Target="/ppt/slideLayouts/slideLayout7.xml" Id="Rbb8c0db0c7fc4202" /><Relationship Type="http://schemas.openxmlformats.org/officeDocument/2006/relationships/slideLayout" Target="/ppt/slideLayouts/slideLayout8.xml" Id="R5a60c5e1b3fb4e17" /><Relationship Type="http://schemas.openxmlformats.org/officeDocument/2006/relationships/slideLayout" Target="/ppt/slideLayouts/slideLayout9.xml" Id="Rfd690d1bfba44338" /><Relationship Type="http://schemas.openxmlformats.org/officeDocument/2006/relationships/slideLayout" Target="/ppt/slideLayouts/slideLayout10.xml" Id="Rba1a46c4de054d8e" /><Relationship Type="http://schemas.openxmlformats.org/officeDocument/2006/relationships/slideLayout" Target="/ppt/slideLayouts/slideLayout11.xml" Id="R5bd20776ac36473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C4BB7E-9529-4984-8F99-B61B3046A8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795FD18-6B8F-43D5-B54F-5BB5832956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F543DB-9511-479A-BC79-698E8633869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2011118-513A-44EC-9B6E-FF507285507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DF6F268-63CA-43D5-B9B7-B263B157FE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3665e7624b4f22"/>
    <p:sldLayoutId xmlns:r="http://schemas.openxmlformats.org/officeDocument/2006/relationships" id="2147483650" r:id="R2bf536d0cb7e451a"/>
    <p:sldLayoutId xmlns:r="http://schemas.openxmlformats.org/officeDocument/2006/relationships" id="2147483651" r:id="R51f8c29a21c74d80"/>
    <p:sldLayoutId xmlns:r="http://schemas.openxmlformats.org/officeDocument/2006/relationships" id="2147483652" r:id="Rbcd4e303b86848a8"/>
    <p:sldLayoutId xmlns:r="http://schemas.openxmlformats.org/officeDocument/2006/relationships" id="2147483653" r:id="Rcf8d85a494604b00"/>
    <p:sldLayoutId xmlns:r="http://schemas.openxmlformats.org/officeDocument/2006/relationships" id="2147483654" r:id="Rc0faf87cfd2c445b"/>
    <p:sldLayoutId xmlns:r="http://schemas.openxmlformats.org/officeDocument/2006/relationships" id="2147483655" r:id="Rbb8c0db0c7fc4202"/>
    <p:sldLayoutId xmlns:r="http://schemas.openxmlformats.org/officeDocument/2006/relationships" id="2147483656" r:id="R5a60c5e1b3fb4e17"/>
    <p:sldLayoutId xmlns:r="http://schemas.openxmlformats.org/officeDocument/2006/relationships" id="2147483657" r:id="Rfd690d1bfba44338"/>
    <p:sldLayoutId xmlns:r="http://schemas.openxmlformats.org/officeDocument/2006/relationships" id="2147483658" r:id="Rba1a46c4de054d8e"/>
    <p:sldLayoutId xmlns:r="http://schemas.openxmlformats.org/officeDocument/2006/relationships" id="2147483659" r:id="R5bd20776ac36473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46eff8752bc4ba7" /><Relationship Type="http://schemas.openxmlformats.org/officeDocument/2006/relationships/notesSlide" Target="/ppt/notesSlides/notesSlide1.xml" Id="R916834753dd442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b3bee1ad4fa469f" /><Relationship Type="http://schemas.openxmlformats.org/officeDocument/2006/relationships/notesSlide" Target="/ppt/notesSlides/notesSlide2.xml" Id="R0c2b62cb09474c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68b54881b14d5b" /><Relationship Type="http://schemas.openxmlformats.org/officeDocument/2006/relationships/notesSlide" Target="/ppt/notesSlides/notesSlide3.xml" Id="R2e30b1d387904f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46041d8698b41f3" /><Relationship Type="http://schemas.openxmlformats.org/officeDocument/2006/relationships/notesSlide" Target="/ppt/notesSlides/notesSlide4.xml" Id="Rac136b2210bb48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5e5215a31e41f9" /><Relationship Type="http://schemas.openxmlformats.org/officeDocument/2006/relationships/notesSlide" Target="/ppt/notesSlides/notesSlide5.xml" Id="R64bdf093f04f47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4812bf140f14db6" /><Relationship Type="http://schemas.openxmlformats.org/officeDocument/2006/relationships/notesSlide" Target="/ppt/notesSlides/notesSlide6.xml" Id="Rd3392c11e81e47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d64e3aea3b406d" /><Relationship Type="http://schemas.openxmlformats.org/officeDocument/2006/relationships/notesSlide" Target="/ppt/notesSlides/notesSlide7.xml" Id="R9814b1b7f5eb4b4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b9389f970f4dc9" /><Relationship Type="http://schemas.openxmlformats.org/officeDocument/2006/relationships/notesSlide" Target="/ppt/notesSlides/notesSlide8.xml" Id="R7ac622bf805549c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f8a57a407c4872" /><Relationship Type="http://schemas.openxmlformats.org/officeDocument/2006/relationships/notesSlide" Target="/ppt/notesSlides/notesSlide9.xml" Id="R764d11c9732941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ea46714bdbe42ce" /><Relationship Type="http://schemas.openxmlformats.org/officeDocument/2006/relationships/notesSlide" Target="/ppt/notesSlides/notesSlide10.xml" Id="Ra1b5e211c9764e6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8a3de7124df43e9" /><Relationship Type="http://schemas.openxmlformats.org/officeDocument/2006/relationships/notesSlide" Target="/ppt/notesSlides/notesSlide11.xml" Id="R8baddc14c92e43f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8b0d9c133244cd" /><Relationship Type="http://schemas.openxmlformats.org/officeDocument/2006/relationships/notesSlide" Target="/ppt/notesSlides/notesSlide12.xml" Id="R4c917b2d194f497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18F65A-CAB0-4709-9E4C-614E80EC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109854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Improve the Locator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265495-A4B2-488B-ADA4-FF11ABB7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109854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Build the Registry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30418C-E174-4321-9A8E-BA2FE1AA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0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05.5 second coding effort</a:t>
            </a: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272BD516-8B79-4B7B-BFCD-09BBA236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76581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B8BCC4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C52354-E75D-4F3F-8A62-DCFB2DA0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838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The browser found skills. The registry governs their organizational life.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F944FF-BB10-4019-94AF-A5E2D660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5039029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73FE74F-0809-423E-8C90-DB0B77A8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05.5 REGISTRY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35B76BE-D0BA-4695-9A8A-825ECBA3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second build changes the product contract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A774963-A93D-4F44-A3F3-E02D5880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E25FBF-1B53-43AB-BE51-F42D2B17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Phase 05 locator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2F9951-DE69-47D4-B2D8-23B47D94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01CC13-E99C-4431-B7D3-F3120D20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static catalog + cache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254F0B5-5276-473C-A6C3-61DBC565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4F54065-B256-46AA-8EB9-CCDA86D1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research + evaluation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DBB7C7E-154A-4FF7-BA0E-96C77696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60F9CA-AE4A-42C6-BB0D-5B8A1507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individual session state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3276CC7-957D-4AAA-957E-28900A93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CE66595-9FCC-485C-B6FA-6A7DAB6D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Phase 05.5 registry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E71878F-F7DC-4D5F-99EA-937F8765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352FEDF-1B3B-414A-B8FE-01A037E7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persistent shared state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2FBF6AE-7B76-4EDA-B35A-48B9C971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07B6E5A-147A-4863-91D5-DDF6A280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policy + installations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836A6EB-454C-4539-85B8-791C2817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3E621DB-4542-4190-B893-01C1C89B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lifecycle + outcomes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F4D6BCC-6CC6-4061-BF82-9D8D61D7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Preserve the useful app. Replace the fragile boundary.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11012BD-4392-499D-83F3-C34EF1CC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2962565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C3E65-CD8E-4258-BBA7-FBB3DA2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05.5 REGISTRY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C06E26-6C1C-41E1-BB0F-7494C754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Migrate before adding governance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19B5BB-53ED-45BD-858C-DA10DEAF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F464FB-5506-405A-B7CA-30969804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Map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6DC049-A621-4164-864E-EC7A203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existing data</a:t>
            </a:r>
          </a:p>
        </p:txBody>
      </p:sp>
      <p:sp>
        <p:nvSpPr>
          <p:cNvPr id="7" name="Right Arrow 6">
            <a:extLst xmlns:a="http://schemas.openxmlformats.org/drawingml/2006/main">
              <a:ext uri="{FF2B5EF4-FFF2-40B4-BE49-F238E27FC236}">
                <a16:creationId xmlns:a16="http://schemas.microsoft.com/office/drawing/2014/main" id="{26B7A7F7-4B6A-4405-BCFD-10A8AA40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93830-B193-4A84-9811-0BF2152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6E00B8-508D-4C38-B105-839D8460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Model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8074C0-01B8-4E2C-8B83-881A3D8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exact revisions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2A7BBCDF-CA08-4F6F-BD11-03E7CF9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0DFADCD-D56C-4BF4-8E66-AD29A69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DEC688-39BB-44F9-B371-B0BC2CCA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Migrate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BECB323-F656-49A1-A086-D7FB191C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idempotently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845C5803-4C0A-4D84-B757-B0DC4D9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0C12E7F-4B24-48F3-A85A-7E53A49D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11AE8-4DDE-412A-B386-6FF61163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Prove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E0AE7B-017A-41A0-8DF0-1A168CE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catalog parity</a:t>
            </a:r>
          </a:p>
        </p:txBody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1A0ED9EC-B0C5-4AE5-903D-91023F78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ED3EE0D-1E8B-4B4B-82E3-95A5AA55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68328E-9705-4F28-9653-EFD7339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Extend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837A930-363C-461A-9C95-C60E3FA1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the product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45975A-3670-44C4-855A-F8EE60B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 database migration is product evolution—not a rewrite.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A8815D6-54CF-44A7-BC95-3DE94F2B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29960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F1F54D3-C0A2-442D-AC8B-CFC8D2ED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05.5 REGISTRY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6CCE8D1-62A8-47ED-AAD8-A8CD228A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Separate control plane from execution contract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437B3D1-282E-40D4-9207-9A644A48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SurrealDB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23B787D-5CEC-48CA-B9A9-1115DDC3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catalog + evaluation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3D7E6CE-3DA9-488D-AAE8-DB27B48B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Policy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5A098B-E7E2-4B9B-BBE0-D75ACA7F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scope + approval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0F29470-A6F5-474E-8882-BAE98461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Git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71EE6CA-87CA-40C8-A6D5-780B214B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project skill files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BDC2060-A2AE-4FBA-B558-40518F54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PR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78C60E-5D00-42DF-9ACC-439ED194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review + merge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26056DC-A527-42BD-9730-A743B6A9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0772247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C5FC31F-B11B-478F-A634-2C8F6004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05.5 REGISTRY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1BD8FC9-E334-48BD-A697-6488F5B8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Model the organizational lifecycle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4562BDE-CBD9-4D56-B795-675E03D6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500193-E75D-42A7-83E3-F2B88BA0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Core records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42B017-3DCB-40BB-A3A9-F60C768A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E139460-1E14-46DC-86C8-3F4496B0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skill + revision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4BC2C72-AF7A-4E30-B475-3B4BE1C8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BF1087B-49F5-4838-A0B2-E249A0EB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evaluation + policy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4779C2-35C8-40CC-8D5F-6E11CDE1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BD16D73-83E8-4D4E-8D28-0B99FC37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installation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B2B0BCD-3005-4E48-8A31-6075F88A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982E0B2-C9B8-4170-B852-B772006F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Relationships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898AF2-D75E-4499-9E56-D863FFCE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7A39975-2A75-4391-9F68-10C459BC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depends + conflicts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5AEB453-1E32-47CF-A818-BD6E2B06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7A01A3B-BC9E-4494-BFF7-2F2B1A6B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scope + ownership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A5F6AD5-BCD2-4F5D-8F0A-41DD3ABC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E0798D3-34BB-43E7-BF79-DD08DDDE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supersedes + discovers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032043C-3FF0-42E3-8EF4-E1322EBA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1927172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439BDA-BE03-4487-A9C2-BC70BE8E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05.5 REGISTRY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49699B-7BC6-4B45-B4B4-C61B13C2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Approval belongs to an exact revision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699215-11DF-4EBB-B181-88CE4310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1BAA5B9-9A93-42A3-A5F4-C55253E1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Versions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8907F8-E810-4F1F-9BD7-20E95668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C5F259-0AFD-4021-8571-2568ABCF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upstream hash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AAA2C-B430-4D8A-93F4-60D1EE9F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BABECB-B82D-4DA1-9AF4-7E572BB0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reviewed hash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00C3FB-8DFB-44A9-A5E0-E6F8B1C3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77A5696-11B9-4A9C-B27C-EEFBF6B4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approved hash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0A59B9-FBEE-4B97-AB35-AF0F46B1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2627E58-FAA8-4597-8C13-B1ADC014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installed hash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038D74-6490-41E7-BD8B-EAC92E7E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CD04CF0-8808-4A1D-BA53-2A677DE5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Control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0BDB70-BAED-40E4-B91C-2C4AAD35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27CFAF0-9E23-40D8-9ED4-D00DD335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local modifications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C696C26-DC2C-49A9-A88D-8ADAF8B2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6236A9-FC90-4F1A-A709-59FA5D9C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expiry + owner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672EACD-3B76-4F23-98A9-7D7BA45C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C3D87FD-E685-4C0B-B253-8C987010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re-review trigger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85E6326-5308-46EA-ACF4-41F04146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59C2F4F-CE25-4457-9A6B-08C650AF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audit history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931FA53-003B-4C8E-8D6F-DFDC1964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828782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294AAF-E7BB-4749-A639-DB185891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05.5 REGISTRY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B946AC-E0D8-48C4-9993-1C453DBC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registry must prove its migration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772D7F-A09B-4E5C-8AE5-64C6AB8A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CAF8E6-CF96-4805-9CFC-766AD48B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Idempotency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E43DFE-9DAD-48C9-A3E6-87717DE8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repeat without duplicates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F6CAFF3-5BFE-47A0-A6A7-3B6CDA43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3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66CD3E0-B6C5-490D-8EEE-37F09D32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Parity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F829B8C-5694-4015-9028-E602564D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counts + hashes + files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ABFD604-73C6-4C04-9512-D655C09B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2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BA02880-7C5C-4928-8CCD-3582E681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Fallback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CEA62F-9434-4289-A60D-59457E7E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last good catalog remains usable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9FA40E-0BD4-467F-A306-79567737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Trust begins with data you can reconcile.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111E0EA-711B-42F2-AF95-B2096C5D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1810537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C3E65-CD8E-4258-BBA7-FBB3DA2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05.5 REGISTRY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C06E26-6C1C-41E1-BB0F-7494C754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Publish only through the authorized boundary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19B5BB-53ED-45BD-858C-DA10DEAF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F464FB-5506-405A-B7CA-30969804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Approve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6DC049-A621-4164-864E-EC7A203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exact revision</a:t>
            </a:r>
          </a:p>
        </p:txBody>
      </p:sp>
      <p:sp>
        <p:nvSpPr>
          <p:cNvPr id="7" name="Right Arrow 6">
            <a:extLst xmlns:a="http://schemas.openxmlformats.org/drawingml/2006/main">
              <a:ext uri="{FF2B5EF4-FFF2-40B4-BE49-F238E27FC236}">
                <a16:creationId xmlns:a16="http://schemas.microsoft.com/office/drawing/2014/main" id="{26B7A7F7-4B6A-4405-BCFD-10A8AA40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93830-B193-4A84-9811-0BF2152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6E00B8-508D-4C38-B105-839D8460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Generate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8074C0-01B8-4E2C-8B83-881A3D8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destination diff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2A7BBCDF-CA08-4F6F-BD11-03E7CF9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0DFADCD-D56C-4BF4-8E66-AD29A69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DEC688-39BB-44F9-B371-B0BC2CCA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BECB323-F656-49A1-A086-D7FB191C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tests + policy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845C5803-4C0A-4D84-B757-B0DC4D9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0C12E7F-4B24-48F3-A85A-7E53A49D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11AE8-4DDE-412A-B386-6FF61163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Open PR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E0AE7B-017A-41A0-8DF0-1A168CE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for project scope</a:t>
            </a:r>
          </a:p>
        </p:txBody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1A0ED9EC-B0C5-4AE5-903D-91023F78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ED3EE0D-1E8B-4B4B-82E3-95A5AA55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68328E-9705-4F28-9653-EFD7339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Record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837A930-363C-461A-9C95-C60E3FA1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installation + commit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45975A-3670-44C4-855A-F8EE60B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Registry approval never bypasses Git review.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A8815D6-54CF-44A7-BC95-3DE94F2B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1299603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899A8D-4177-4777-B1E5-D45D13FA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05.5 REGISTRY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3D9CFC8-372D-44CF-92DE-E1668852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Upstream change reopens the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94B767C-1418-4233-8758-07AB9259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 skill name can stay stable while its behavior changes.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2094C99-2458-4B33-AD71-94B7A0EA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CE537EB-E8E5-44CC-BFAA-4B49433F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05200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Detect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249FA1-C810-4F74-8BDF-4966F34A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05200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changed content or permissions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646363B-135B-4871-9B7E-64E6DE0D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719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CA23EBE-B518-41AD-9AA5-12F61A71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71925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Invalidate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BC69078-1E6A-4C4B-B19C-82A0AA22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71925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stale approval when required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D324D23-580C-4246-973C-77E517B7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386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00CE280-A269-42D8-B2C8-0E504F39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8650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Re-evaluate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4E3CA5B-CCEE-43FC-8B58-E41671EF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38650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tests, fit, and risk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E2FC61D-D6C2-42D2-B050-95C65CF1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053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54B7DD1-75F5-4DA4-B029-0A01FAE8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05375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87C48FF-ECD4-41D4-86A5-8998E6D4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05375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accept, fork, restrict, retire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16B087E-A351-456D-B61F-63D70D96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6283747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7B21ACF-620B-40C9-B220-C3D13395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Demonstrate the full lifecycle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5775F2-43BD-48FD-B7FA-C752A9C0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One candidate must travel through the complete registry.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A5276D5-814B-4F6E-A917-AE604E80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Show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7DD915C-0D3F-4C87-9C07-1AA15F99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DEE523B-D0FF-4D35-B31A-2DC74B4A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import + evaluate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F1F4381-F411-4E87-94B9-67805321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624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696FD64-6812-436A-99DA-D116EDB2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62425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approve + publish PR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AB7670A-86BE-4724-9018-2188A704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291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66C9B19-AC43-4FDB-811F-F1FE1DF4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upstream change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4BA07BE-4C64-4525-B260-B3E5F02F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D470166-B36F-473B-B901-56DFE0E8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95875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re-review required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7E78472-E93F-4686-8876-181F822D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4813345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439BDA-BE03-4487-A9C2-BC70BE8E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05.5 REGISTRY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49699B-7BC6-4B45-B4B4-C61B13C2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registry is credible when policy becomes observable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699215-11DF-4EBB-B181-88CE4310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1BAA5B9-9A93-42A3-A5F4-C55253E1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Data proof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8907F8-E810-4F1F-9BD7-20E95668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C5F259-0AFD-4021-8571-2568ABCF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versioned schema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AAA2C-B430-4D8A-93F4-60D1EE9F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BABECB-B82D-4DA1-9AF4-7E572BB0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migration parity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00C3FB-8DFB-44A9-A5E0-E6F8B1C3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77A5696-11B9-4A9C-B27C-EEFBF6B4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exact hashes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0A59B9-FBEE-4B97-AB35-AF0F46B1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2627E58-FAA8-4597-8C13-B1ADC014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local/team modes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038D74-6490-41E7-BD8B-EAC92E7E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CD04CF0-8808-4A1D-BA53-2A677DE5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Governance proof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0BDB70-BAED-40E4-B91C-2C4AAD35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27CFAF0-9E23-40D8-9ED4-D00DD335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scope + owner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C696C26-DC2C-49A9-A88D-8ADAF8B2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6236A9-FC90-4F1A-A709-59FA5D9C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 publication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672EACD-3B76-4F23-98A9-7D7BA45C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C3D87FD-E685-4C0B-B253-8C987010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update detection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85E6326-5308-46EA-ACF4-41F04146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59C2F4F-CE25-4457-9A6B-08C650AF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maintenance + retirement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931FA53-003B-4C8E-8D6F-DFDC1964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8287823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18F65A-CAB0-4709-9E4C-614E80EC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109854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 Catalog Finds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265495-A4B2-488B-ADA4-FF11ABB7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109854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 Registry Remembers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30418C-E174-4321-9A8E-BA2FE1AA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0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05.5 closes the lifecycle</a:t>
            </a: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272BD516-8B79-4B7B-BFCD-09BBA236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76581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B8BCC4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C52354-E75D-4F3F-8A62-DCFB2DA0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838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Know what is trusted, why, where it runs, and when trust must be earned again.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F944FF-BB10-4019-94AF-A5E2D660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503902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2026-07-27T19:52:31.5730000Z</dcterms:created>
  <dcterms:modified xsi:type="dcterms:W3CDTF">2026-07-27T19:52:31.5730000Z</dcterms:modified>
</coreProperties>
</file>