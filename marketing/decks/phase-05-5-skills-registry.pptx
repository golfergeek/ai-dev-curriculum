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a82770f17f4c7c" /><Relationship Type="http://schemas.openxmlformats.org/officeDocument/2006/relationships/extended-properties" Target="/docProps/app.xml" Id="Rb883998a3277489c" /><Relationship Type="http://schemas.openxmlformats.org/officeDocument/2006/relationships/officeDocument" Target="/ppt/presentation.xml" Id="Rb42464a4e24f4d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90af3d698b4227"/>
  </p:sldMasterIdLst>
  <p:notesMasterIdLst>
    <p:notesMasterId xmlns:r="http://schemas.openxmlformats.org/officeDocument/2006/relationships" r:id="R7aa74d8421c84ec4"/>
  </p:notesMasterIdLst>
  <p:sldIdLst>
    <p:sldId xmlns:r="http://schemas.openxmlformats.org/officeDocument/2006/relationships" id="256" r:id="R9ace817fcbd247b7"/>
    <p:sldId xmlns:r="http://schemas.openxmlformats.org/officeDocument/2006/relationships" id="257" r:id="Rd34247a2faa048bd"/>
    <p:sldId xmlns:r="http://schemas.openxmlformats.org/officeDocument/2006/relationships" id="258" r:id="Rfca6dc2f235441f8"/>
    <p:sldId xmlns:r="http://schemas.openxmlformats.org/officeDocument/2006/relationships" id="259" r:id="Rc42f1c78b6904287"/>
    <p:sldId xmlns:r="http://schemas.openxmlformats.org/officeDocument/2006/relationships" id="260" r:id="R41b99565fa2c442c"/>
    <p:sldId xmlns:r="http://schemas.openxmlformats.org/officeDocument/2006/relationships" id="261" r:id="R81c5fed1884e4d2d"/>
    <p:sldId xmlns:r="http://schemas.openxmlformats.org/officeDocument/2006/relationships" id="262" r:id="R29f7766047bb45d5"/>
    <p:sldId xmlns:r="http://schemas.openxmlformats.org/officeDocument/2006/relationships" id="263" r:id="Rab8ba8e54a6441cb"/>
    <p:sldId xmlns:r="http://schemas.openxmlformats.org/officeDocument/2006/relationships" id="264" r:id="R8a5dfb1d14a24834"/>
    <p:sldId xmlns:r="http://schemas.openxmlformats.org/officeDocument/2006/relationships" id="265" r:id="R92131e8236334dcf"/>
    <p:sldId xmlns:r="http://schemas.openxmlformats.org/officeDocument/2006/relationships" id="266" r:id="Re278d5782bf94688"/>
    <p:sldId xmlns:r="http://schemas.openxmlformats.org/officeDocument/2006/relationships" id="267" r:id="R1a9bb7d11ac14a9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7f6127cb5b4071" /><Relationship Type="http://schemas.openxmlformats.org/officeDocument/2006/relationships/slideMaster" Target="/ppt/slideMasters/slideMaster1.xml" Id="Rc190af3d698b4227" /><Relationship Type="http://schemas.openxmlformats.org/officeDocument/2006/relationships/notesMaster" Target="/ppt/notesMasters/notesMaster1.xml" Id="R7aa74d8421c84ec4" /><Relationship Type="http://schemas.openxmlformats.org/officeDocument/2006/relationships/presProps" Target="/ppt/presProps.xml" Id="Rf4c05aeed0124838" /><Relationship Type="http://schemas.openxmlformats.org/officeDocument/2006/relationships/viewProps" Target="/ppt/viewProps.xml" Id="R56bd68a8597c417b" /><Relationship Type="http://schemas.openxmlformats.org/officeDocument/2006/relationships/tableStyles" Target="/ppt/tableStyles.xml" Id="R6b97f295cfc74ec2" /><Relationship Type="http://schemas.openxmlformats.org/officeDocument/2006/relationships/slide" Target="/ppt/slides/slide1.xml" Id="R9ace817fcbd247b7" /><Relationship Type="http://schemas.openxmlformats.org/officeDocument/2006/relationships/slide" Target="/ppt/slides/slide2.xml" Id="Rd34247a2faa048bd" /><Relationship Type="http://schemas.openxmlformats.org/officeDocument/2006/relationships/slide" Target="/ppt/slides/slide3.xml" Id="Rfca6dc2f235441f8" /><Relationship Type="http://schemas.openxmlformats.org/officeDocument/2006/relationships/slide" Target="/ppt/slides/slide4.xml" Id="Rc42f1c78b6904287" /><Relationship Type="http://schemas.openxmlformats.org/officeDocument/2006/relationships/slide" Target="/ppt/slides/slide5.xml" Id="R41b99565fa2c442c" /><Relationship Type="http://schemas.openxmlformats.org/officeDocument/2006/relationships/slide" Target="/ppt/slides/slide6.xml" Id="R81c5fed1884e4d2d" /><Relationship Type="http://schemas.openxmlformats.org/officeDocument/2006/relationships/slide" Target="/ppt/slides/slide7.xml" Id="R29f7766047bb45d5" /><Relationship Type="http://schemas.openxmlformats.org/officeDocument/2006/relationships/slide" Target="/ppt/slides/slide8.xml" Id="Rab8ba8e54a6441cb" /><Relationship Type="http://schemas.openxmlformats.org/officeDocument/2006/relationships/slide" Target="/ppt/slides/slide9.xml" Id="R8a5dfb1d14a24834" /><Relationship Type="http://schemas.openxmlformats.org/officeDocument/2006/relationships/slide" Target="/ppt/slides/slide10.xml" Id="R92131e8236334dcf" /><Relationship Type="http://schemas.openxmlformats.org/officeDocument/2006/relationships/slide" Target="/ppt/slides/slide11.xml" Id="Re278d5782bf94688" /><Relationship Type="http://schemas.openxmlformats.org/officeDocument/2006/relationships/slide" Target="/ppt/slides/slide12.xml" Id="R1a9bb7d11ac14a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eb1fb8e0ed48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3415c75a434c6c" /><Relationship Type="http://schemas.openxmlformats.org/officeDocument/2006/relationships/notesMaster" Target="/ppt/notesMasters/notesMaster1.xml" Id="Rb4fd47741ecb44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5a6cd54ba4465d" /><Relationship Type="http://schemas.openxmlformats.org/officeDocument/2006/relationships/notesMaster" Target="/ppt/notesMasters/notesMaster1.xml" Id="R08702f3d159740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143e56578f48a5" /><Relationship Type="http://schemas.openxmlformats.org/officeDocument/2006/relationships/notesMaster" Target="/ppt/notesMasters/notesMaster1.xml" Id="Rc8e5cf8ffcef45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45761c6ad34190" /><Relationship Type="http://schemas.openxmlformats.org/officeDocument/2006/relationships/notesMaster" Target="/ppt/notesMasters/notesMaster1.xml" Id="Rea58db860d924c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28e1d1d9bc44c5" /><Relationship Type="http://schemas.openxmlformats.org/officeDocument/2006/relationships/notesMaster" Target="/ppt/notesMasters/notesMaster1.xml" Id="R8261ac75019e41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aeaaf6fe7c4bde" /><Relationship Type="http://schemas.openxmlformats.org/officeDocument/2006/relationships/notesMaster" Target="/ppt/notesMasters/notesMaster1.xml" Id="R50a613bfbefd42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8793de01e7049cd" /><Relationship Type="http://schemas.openxmlformats.org/officeDocument/2006/relationships/notesMaster" Target="/ppt/notesMasters/notesMaster1.xml" Id="R4e02892f37f945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88cbf3f3ac4c95" /><Relationship Type="http://schemas.openxmlformats.org/officeDocument/2006/relationships/notesMaster" Target="/ppt/notesMasters/notesMaster1.xml" Id="R1c4d15348a5545a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907b7fcb5644a65" /><Relationship Type="http://schemas.openxmlformats.org/officeDocument/2006/relationships/notesMaster" Target="/ppt/notesMasters/notesMaster1.xml" Id="R0236ba824c5d46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cdb1d45bd04b3c" /><Relationship Type="http://schemas.openxmlformats.org/officeDocument/2006/relationships/notesMaster" Target="/ppt/notesMasters/notesMaster1.xml" Id="R8f9de019bb0c48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052d5351f814887" /><Relationship Type="http://schemas.openxmlformats.org/officeDocument/2006/relationships/notesMaster" Target="/ppt/notesMasters/notesMaster1.xml" Id="R13390482e70146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25411b7ca8b453f" /><Relationship Type="http://schemas.openxmlformats.org/officeDocument/2006/relationships/notesMaster" Target="/ppt/notesMasters/notesMaster1.xml" Id="R988df6315ad740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docs/phases/05.5 and docs/ai-program.\n\n[Sources]\n- marketing/lesson-plans/phase-05.5.md\n[/Sources]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5f91114b2a45e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8a91e5fba24c1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2e5d1cf8e04ad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9d705d5c8d4a3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8dcd42fe5e47b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4c73cf4b894d1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f0c91fc0b3401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274da31f20436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cd82e82db14a4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8e84178311442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6b60a917934f1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D66ED5-5EA4-4351-AAEF-28B3444C2DE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FB35226-7D4A-4AC1-B04C-467D25BED0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8D92C5-8743-4321-AADF-AA47A4A670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38B896-E3B6-4217-80FF-E3A09A221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F6DDDE1-8E65-411B-BA80-18A6213921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2CE1D9-515A-4EC4-9CBD-4D04F825A3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30FD2B2-ED59-41F9-9AFF-36766BAC94E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CB91-97A0-49E9-9E9B-6F93905192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EC184A2-BD01-41E7-ACDA-C3C22F47CF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BFC32-DC90-4462-A707-DDA21DFE00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DCD49A-1605-4505-8B6A-2807F06093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BC8DA8-5BB4-4C89-BFE1-CFA35F6B3D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34D2CF-5978-4792-BD71-546F647E02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E8B2FF0-2F8E-4EAB-A68C-E9F06B9C8A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E411C2-E6BF-4F97-B0E5-E3AD597685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90CDBF-52D0-4705-98DD-E5F6D77D00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9F5CAB-B5E4-4B9F-AD32-B773118E31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0EB05A-840F-4E98-B366-16F15A8DA3F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CF6EEC5-F350-45DC-A015-16D7CF64BA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407C25-D0F1-465C-BC86-6257ED6D9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2F1C7D-FF27-47FB-B77F-62C8BCDC90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3738EC-0FC7-463B-9987-35654CE5F4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D12A41-81FD-451A-84E9-59A6D07628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03D7474-EBD7-4AC1-A218-94B463E3D52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322B64F-023F-45A6-980F-B2B6099E6E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1A2B339-F0F7-44CB-BEF2-D25307D4A7C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59FEB9E-9D7C-42F8-BAA4-9A3ED2ABB6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DA8A412-48F7-4862-98FC-40A2269B34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484D89-3F44-439D-A705-8FF9D43CB4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5F2728-0047-4738-84E3-7854EAE9B9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66B506B-A866-45F3-B62F-C55AF0C233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03FEBFE-4C9F-4158-A36E-CF88150FB0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BA7CC41-A6E2-40BE-A123-3FA1939B8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BD72295-06A6-4ACF-AF62-9054B25C5B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E148E6-D096-4F81-A8EE-DA3E1F59B0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FE84D2E-7CA1-49C9-84C2-0F77B4F6FB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6F25DC-FF0A-486A-8889-D69E1D5365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B4EBC5A-AFCD-435C-AA39-2CC9AAAC1EE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FA67298-FCB8-48C2-8776-B45D98A4F18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64FA38-7C5B-4AFE-9B13-26A7C59574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92EDB11-E59F-490A-92C0-3E84681592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E40C0EA-EDDA-491B-9876-1C57084F60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4E41A6-BE11-4CBF-B2F0-003BB8B7FD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E5AC807-E97F-4E77-9445-51D4B0FD6B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A7C9BC9-B896-4375-9850-C66D190A32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E7B465B-0AC5-4F1C-9EC6-1E6947364B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9BD5430-DB36-411E-804E-6635A302F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F95A352-0D07-499F-95AE-B2546A256C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EACF2B-5A44-4B5A-ADB4-60B87B7AFC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F40783-FD83-4868-B410-73255E1CFA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9162D6F-2838-424C-B3A5-9606623A16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955218-6E4F-4783-91F2-3CFD30ED2F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4E8E674-7087-41CA-A8A6-19D8C27DCB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52557FB-82D1-4A3B-B9F4-3844CC7FD2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3EE512D-5C32-488F-BF1C-3A739F3F03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4DA4D74-410C-438B-9FD4-723AA6C2B3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8BDD6B-2672-4F16-8BA1-4EC0BC8653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7BACB1-4245-4CC7-AA89-6915D752C6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7b2f3174c647b5" /><Relationship Type="http://schemas.openxmlformats.org/officeDocument/2006/relationships/slideLayout" Target="/ppt/slideLayouts/slideLayout1.xml" Id="Rad3f877d55bc481d" /><Relationship Type="http://schemas.openxmlformats.org/officeDocument/2006/relationships/slideLayout" Target="/ppt/slideLayouts/slideLayout2.xml" Id="Rf73fd24643ec4fab" /><Relationship Type="http://schemas.openxmlformats.org/officeDocument/2006/relationships/slideLayout" Target="/ppt/slideLayouts/slideLayout3.xml" Id="R1ed00e44de294694" /><Relationship Type="http://schemas.openxmlformats.org/officeDocument/2006/relationships/slideLayout" Target="/ppt/slideLayouts/slideLayout4.xml" Id="R58ac0b21f99948bc" /><Relationship Type="http://schemas.openxmlformats.org/officeDocument/2006/relationships/slideLayout" Target="/ppt/slideLayouts/slideLayout5.xml" Id="R54ab48f40e10477d" /><Relationship Type="http://schemas.openxmlformats.org/officeDocument/2006/relationships/slideLayout" Target="/ppt/slideLayouts/slideLayout6.xml" Id="R820d679ef700436e" /><Relationship Type="http://schemas.openxmlformats.org/officeDocument/2006/relationships/slideLayout" Target="/ppt/slideLayouts/slideLayout7.xml" Id="R483609aeaebc4e1a" /><Relationship Type="http://schemas.openxmlformats.org/officeDocument/2006/relationships/slideLayout" Target="/ppt/slideLayouts/slideLayout8.xml" Id="R9e0f6bea9c8a4e2b" /><Relationship Type="http://schemas.openxmlformats.org/officeDocument/2006/relationships/slideLayout" Target="/ppt/slideLayouts/slideLayout9.xml" Id="R02275754642d48e2" /><Relationship Type="http://schemas.openxmlformats.org/officeDocument/2006/relationships/slideLayout" Target="/ppt/slideLayouts/slideLayout10.xml" Id="Rd7ce816a85e44ed2" /><Relationship Type="http://schemas.openxmlformats.org/officeDocument/2006/relationships/slideLayout" Target="/ppt/slideLayouts/slideLayout11.xml" Id="R836e04548c7042a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C4BB7E-9529-4984-8F99-B61B3046A8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5FD18-6B8F-43D5-B54F-5BB5832956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F543DB-9511-479A-BC79-698E8633869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011118-513A-44EC-9B6E-FF507285507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F6F268-63CA-43D5-B9B7-B263B157FE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3f877d55bc481d"/>
    <p:sldLayoutId xmlns:r="http://schemas.openxmlformats.org/officeDocument/2006/relationships" id="2147483650" r:id="Rf73fd24643ec4fab"/>
    <p:sldLayoutId xmlns:r="http://schemas.openxmlformats.org/officeDocument/2006/relationships" id="2147483651" r:id="R1ed00e44de294694"/>
    <p:sldLayoutId xmlns:r="http://schemas.openxmlformats.org/officeDocument/2006/relationships" id="2147483652" r:id="R58ac0b21f99948bc"/>
    <p:sldLayoutId xmlns:r="http://schemas.openxmlformats.org/officeDocument/2006/relationships" id="2147483653" r:id="R54ab48f40e10477d"/>
    <p:sldLayoutId xmlns:r="http://schemas.openxmlformats.org/officeDocument/2006/relationships" id="2147483654" r:id="R820d679ef700436e"/>
    <p:sldLayoutId xmlns:r="http://schemas.openxmlformats.org/officeDocument/2006/relationships" id="2147483655" r:id="R483609aeaebc4e1a"/>
    <p:sldLayoutId xmlns:r="http://schemas.openxmlformats.org/officeDocument/2006/relationships" id="2147483656" r:id="R9e0f6bea9c8a4e2b"/>
    <p:sldLayoutId xmlns:r="http://schemas.openxmlformats.org/officeDocument/2006/relationships" id="2147483657" r:id="R02275754642d48e2"/>
    <p:sldLayoutId xmlns:r="http://schemas.openxmlformats.org/officeDocument/2006/relationships" id="2147483658" r:id="Rd7ce816a85e44ed2"/>
    <p:sldLayoutId xmlns:r="http://schemas.openxmlformats.org/officeDocument/2006/relationships" id="2147483659" r:id="R836e04548c7042a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a9e9603d0d4870" /><Relationship Type="http://schemas.openxmlformats.org/officeDocument/2006/relationships/notesSlide" Target="/ppt/notesSlides/notesSlide1.xml" Id="R1ea3e45097ee4e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e8108a22604d1b" /><Relationship Type="http://schemas.openxmlformats.org/officeDocument/2006/relationships/notesSlide" Target="/ppt/notesSlides/notesSlide2.xml" Id="R81171b22cfae40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7f9cd846064369" /><Relationship Type="http://schemas.openxmlformats.org/officeDocument/2006/relationships/notesSlide" Target="/ppt/notesSlides/notesSlide3.xml" Id="R2a52dea42f1942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b7f768862a4bf0" /><Relationship Type="http://schemas.openxmlformats.org/officeDocument/2006/relationships/notesSlide" Target="/ppt/notesSlides/notesSlide4.xml" Id="Rad9f7f61849041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a41f89302b497a" /><Relationship Type="http://schemas.openxmlformats.org/officeDocument/2006/relationships/notesSlide" Target="/ppt/notesSlides/notesSlide5.xml" Id="Ra74ef135c9014b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a0d3e685b94cf4" /><Relationship Type="http://schemas.openxmlformats.org/officeDocument/2006/relationships/notesSlide" Target="/ppt/notesSlides/notesSlide6.xml" Id="R49529c8161ef40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b0e50ac65646ba" /><Relationship Type="http://schemas.openxmlformats.org/officeDocument/2006/relationships/notesSlide" Target="/ppt/notesSlides/notesSlide7.xml" Id="R68da415e3d784d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52b359b0644c8b" /><Relationship Type="http://schemas.openxmlformats.org/officeDocument/2006/relationships/notesSlide" Target="/ppt/notesSlides/notesSlide8.xml" Id="R4221e588004949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f715ac43f5485c" /><Relationship Type="http://schemas.openxmlformats.org/officeDocument/2006/relationships/notesSlide" Target="/ppt/notesSlides/notesSlide9.xml" Id="R5a58a4de1c2a4c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3b0c035bc54b6c" /><Relationship Type="http://schemas.openxmlformats.org/officeDocument/2006/relationships/notesSlide" Target="/ppt/notesSlides/notesSlide10.xml" Id="R958d3d2466c44a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3b103201144ea6" /><Relationship Type="http://schemas.openxmlformats.org/officeDocument/2006/relationships/notesSlide" Target="/ppt/notesSlides/notesSlide11.xml" Id="R8ac23482af914bc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9e37484fa14ddc" /><Relationship Type="http://schemas.openxmlformats.org/officeDocument/2006/relationships/notesSlide" Target="/ppt/notesSlides/notesSlide12.xml" Id="R7096160d8b24489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18F65A-CAB0-4709-9E4C-614E80EC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109854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Improve the Locator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265495-A4B2-488B-ADA4-FF11ABB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09854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Build the Registry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0418C-E174-4321-9A8E-BA2FE1AA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0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/>
            </a:pPr>
            <a:r>
              <a:rPr sz="19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Part B</a:t>
            </a:r>
            <a:r>
              <a:rPr sz="19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 capability registry</a:t>
            </a: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272BD516-8B79-4B7B-BFCD-09BBA23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B8BCC4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C52354-E75D-4F3F-8A62-DCFB2DA0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The locator found capabilities. The registry governs their organizational life.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F944FF-BB10-4019-94AF-A5E2D660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5039029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3FE74F-0809-423E-8C90-DB0B77A8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/>
            </a:pPr>
            <a:r>
              <a:rPr sz="10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· PART B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5B76BE-D0BA-4695-9A8A-825ECBA3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existing build changes the product contract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A774963-A93D-4F44-A3F3-E02D5880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E25FBF-1B53-43AB-BE51-F42D2B17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Phase 05 locator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2F9951-DE69-47D4-B2D8-23B47D94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01CC13-E99C-4431-B7D3-F3120D20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static catalog + cache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54F0B5-5276-473C-A6C3-61DBC565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4F54065-B256-46AA-8EB9-CCDA86D1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research + evaluation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DBB7C7E-154A-4FF7-BA0E-96C77696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60F9CA-AE4A-42C6-BB0D-5B8A1507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individual session state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3276CC7-957D-4AAA-957E-28900A93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E66595-9FCC-485C-B6FA-6A7DAB6D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Phase 05 Part B</a:t>
            </a: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registry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E71878F-F7DC-4D5F-99EA-937F8765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352FEDF-1B3B-414A-B8FE-01A037E7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persistent shared state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2FBF6AE-7B76-4EDA-B35A-48B9C971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07B6E5A-147A-4863-91D5-DDF6A280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policy + projections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836A6EB-454C-4539-85B8-791C2817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3E621DB-4542-4190-B893-01C1C89B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lifecycle + outcomes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F4D6BCC-6CC6-4061-BF82-9D8D61D7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Preserve the useful app. Replace the fragile boundary.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11012BD-4392-499D-83F3-C34EF1CC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296256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/>
            </a:pPr>
            <a:r>
              <a:rPr sz="10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· PART B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Migrate before adding governance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Map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existing data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exact revisions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Migrate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idempotently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Prove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catalog parity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Extend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the product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48300"/>
            <a:ext cx="883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/>
            </a:pPr>
            <a:r>
              <a:rPr sz="15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 database migration is product evolution—not a rewrite.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1F54D3-C0A2-442D-AC8B-CFC8D2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/>
            </a:pPr>
            <a:r>
              <a:rPr sz="10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· PART B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6CCE8D1-62A8-47ED-AAD8-A8CD228A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Separate control plane from execution contract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437B3D1-282E-40D4-9207-9A644A48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SurrealDB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3B787D-5CEC-48CA-B9A9-1115DDC3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catalog + evaluation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D7E6CE-3DA9-488D-AAE8-DB27B48B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Policy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5A098B-E7E2-4B9B-BBE0-D75ACA7F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scope + approval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0F29470-A6F5-474E-8882-BAE98461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Git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1EE6CA-87CA-40C8-A6D5-780B214B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canonical ai/ source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BDC2060-A2AE-4FBA-B558-40518F54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PR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78C60E-5D00-42DF-9ACC-439ED194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review + merge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26056DC-A527-42BD-9730-A743B6A9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0772247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5FC31F-B11B-478F-A634-2C8F6004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/>
            </a:pPr>
            <a:r>
              <a:rPr sz="10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· PART B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1BD8FC9-E334-48BD-A697-6488F5B8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Model the organizational lifecycle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4562BDE-CBD9-4D56-B795-675E03D6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500193-E75D-42A7-83E3-F2B88BA0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Core records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42B017-3DCB-40BB-A3A9-F60C768A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E139460-1E14-46DC-86C8-3F4496B0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capability + revision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BC2C72-AF7A-4E30-B475-3B4BE1C8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BF1087B-49F5-4838-A0B2-E249A0EB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evaluation + policy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4779C2-35C8-40CC-8D5F-6E11CDE1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D16D73-83E8-4D4E-8D28-0B99FC37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publication + use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B2B0BCD-3005-4E48-8A31-6075F88A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982E0B2-C9B8-4170-B852-B772006F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Relationships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898AF2-D75E-4499-9E56-D863FFCE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7A39975-2A75-4391-9F68-10C459BC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depends + conflicts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5AEB453-1E32-47CF-A818-BD6E2B06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7A01A3B-BC9E-4494-BFF7-2F2B1A6B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scope + ownership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A5F6AD5-BCD2-4F5D-8F0A-41DD3ABC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E0798D3-34BB-43E7-BF79-DD08DDDE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supersedes + discovers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032043C-3FF0-42E3-8EF4-E1322EBA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192717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9BDA-BE03-4487-A9C2-BC70BE8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/>
            </a:pPr>
            <a:r>
              <a:rPr sz="10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· PART B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9699B-7BC6-4B45-B4B4-C61B13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Approval belongs to an exact revision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99215-11DF-4EBB-B181-88CE4310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BAA5B9-9A93-42A3-A5F4-C55253E1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Versions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8907F8-E810-4F1F-9BD7-20E9566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C5F259-0AFD-4021-8571-2568ABC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upstream hash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AAA2C-B430-4D8A-93F4-60D1EE9F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BABECB-B82D-4DA1-9AF4-7E572BB0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reviewed hash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00C3FB-8DFB-44A9-A5E0-E6F8B1C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7A5696-11B9-4A9C-B27C-EEFBF6B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approved hash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A59B9-FBEE-4B97-AB35-AF0F46B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27E58-FAA8-4597-8C13-B1ADC01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canonical hash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038D74-6490-41E7-BD8B-EAC92E7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D04CF0-8808-4A1D-BA53-2A677D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0BDB70-BAED-40E4-B91C-2C4AAD3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7CFAF0-9E23-40D8-9ED4-D00DD335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local modifications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696C26-DC2C-49A9-A88D-8ADAF8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6236A9-FC90-4F1A-A709-59FA5D9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expiry + owner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672EACD-3B76-4F23-98A9-7D7BA45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3D87FD-E685-4C0B-B253-8C98701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re-review trigger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5E6326-5308-46EA-ACF4-41F0414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9C2F4F-CE25-4457-9A6B-08C650AF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audit history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31FA53-003B-4C8E-8D6F-DFDC196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828782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294AAF-E7BB-4749-A639-DB185891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/>
            </a:pPr>
            <a:r>
              <a:rPr sz="10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· PART B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946AC-E0D8-48C4-9993-1C453DB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registry must prove its migration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772D7F-A09B-4E5C-8AE5-64C6AB8A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CAF8E6-CF96-4805-9CFC-766AD48B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Idempotency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E43DFE-9DAD-48C9-A3E6-87717DE8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repeat without duplicates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6CAFF3-5BFE-47A0-A6A7-3B6CDA43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3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6CD3E0-B6C5-490D-8EEE-37F09D32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Parity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829B8C-5694-4015-9028-E602564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counts + hashes + files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ABFD604-73C6-4C04-9512-D655C09B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2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A02880-7C5C-4928-8CCD-3582E681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Fallback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CEA62F-9434-4289-A60D-59457E7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last good catalog remains usable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9FA40E-0BD4-467F-A306-79567737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Trust begins with data you can reconcile.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11E0EA-711B-42F2-AF95-B2096C5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1810537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/>
            </a:pPr>
            <a:r>
              <a:rPr sz="10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· PART B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Publish only through the authorized boundary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Approve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exact revision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Generate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native projections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tests + policy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Open PR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for project scope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/>
            </a:pPr>
            <a:r>
              <a:rPr sz="1725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Record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publication + use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48300"/>
            <a:ext cx="883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/>
            </a:pPr>
            <a:r>
              <a:rPr sz="15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Registry approval never bypasses Git review.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899A8D-4177-4777-B1E5-D45D13FA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/>
            </a:pPr>
            <a:r>
              <a:rPr sz="10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· PART B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3D9CFC8-372D-44CF-92DE-E1668852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Upstream change reopens the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94B767C-1418-4233-8758-07AB9259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 capability name can stay stable while its behavior changes.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2094C99-2458-4B33-AD71-94B7A0EA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E537EB-E8E5-44CC-BFAA-4B49433F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Detect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249FA1-C810-4F74-8BDF-4966F34A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0520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changed content or permissions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646363B-135B-4871-9B7E-64E6DE0D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719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CA23EBE-B518-41AD-9AA5-12F61A71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7192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Invalidate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C69078-1E6A-4C4B-B19C-82A0AA22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7192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stale approval when required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D324D23-580C-4246-973C-77E517B7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00CE280-A269-42D8-B2C8-0E504F39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Re-evaluate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E3CA5B-CCEE-43FC-8B58-E41671EF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3865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tests, fit, and risk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E2FC61D-D6C2-42D2-B050-95C65CF1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54B7DD1-75F5-4DA4-B029-0A01FAE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0537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87C48FF-ECD4-41D4-86A5-8998E6D4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0537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accept, fork, restrict, retire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16B087E-A351-456D-B61F-63D70D96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628374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B21ACF-620B-40C9-B220-C3D13395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Demonstrate the full lifecycle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5775F2-43BD-48FD-B7FA-C752A9C0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One candidate must travel through the complete registry.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A5276D5-814B-4F6E-A917-AE604E80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Show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7DD915C-0D3F-4C87-9C07-1AA15F99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DEE523B-D0FF-4D35-B31A-2DC74B4A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import + evaluate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1F4381-F411-4E87-94B9-67805321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696FD64-6812-436A-99DA-D116EDB2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6242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approve + canonical PR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AB7670A-86BE-4724-9018-2188A704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291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66C9B19-AC43-4FDB-811F-F1FE1DF4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upstream change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4BA07BE-4C64-4525-B260-B3E5F02F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D470166-B36F-473B-B901-56DFE0E8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9587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re-review required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7E78472-E93F-4686-8876-181F822D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4813345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9BDA-BE03-4487-A9C2-BC70BE8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1"/>
            </a:pPr>
            <a:r>
              <a:rPr sz="10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· PART B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9699B-7BC6-4B45-B4B4-C61B13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registry is credible when policy becomes observable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99215-11DF-4EBB-B181-88CE4310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BAA5B9-9A93-42A3-A5F4-C55253E1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Data proof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8907F8-E810-4F1F-9BD7-20E9566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C5F259-0AFD-4021-8571-2568ABC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versioned schema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AAA2C-B430-4D8A-93F4-60D1EE9F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BABECB-B82D-4DA1-9AF4-7E572BB0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migration parity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00C3FB-8DFB-44A9-A5E0-E6F8B1C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7A5696-11B9-4A9C-B27C-EEFBF6B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exact hashes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A59B9-FBEE-4B97-AB35-AF0F46B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27E58-FAA8-4597-8C13-B1ADC01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local/team modes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038D74-6490-41E7-BD8B-EAC92E7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D04CF0-8808-4A1D-BA53-2A677D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Governance proof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0BDB70-BAED-40E4-B91C-2C4AAD3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7CFAF0-9E23-40D8-9ED4-D00DD335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scope + owner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696C26-DC2C-49A9-A88D-8ADAF8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6236A9-FC90-4F1A-A709-59FA5D9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 publication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672EACD-3B76-4F23-98A9-7D7BA45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3D87FD-E685-4C0B-B253-8C98701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update detection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5E6326-5308-46EA-ACF4-41F0414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9C2F4F-CE25-4457-9A6B-08C650AF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maintenance + retirement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31FA53-003B-4C8E-8D6F-DFDC196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8287823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18F65A-CAB0-4709-9E4C-614E80EC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109854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 Catalog Finds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265495-A4B2-488B-ADA4-FF11ABB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09854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25" b="1"/>
            </a:pPr>
            <a:r>
              <a:rPr sz="3525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 Registry Remembers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0418C-E174-4321-9A8E-BA2FE1AA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0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/>
            </a:pPr>
            <a:r>
              <a:rPr sz="19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Part B</a:t>
            </a:r>
            <a:r>
              <a:rPr sz="1950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 closes the lifecycle</a:t>
            </a: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272BD516-8B79-4B7B-BFCD-09BBA23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B8BCC4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C52354-E75D-4F3F-8A62-DCFB2DA0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/>
            </a:pPr>
            <a:r>
              <a:rPr sz="135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Know what is trusted, why, where it runs, and when trust must be earned again.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F944FF-BB10-4019-94AF-A5E2D660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503902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2026-08-06T13:19:42.1560000Z</dcterms:created>
  <dcterms:modified xsi:type="dcterms:W3CDTF">2026-08-06T13:19:42.1560000Z</dcterms:modified>
</coreProperties>
</file>