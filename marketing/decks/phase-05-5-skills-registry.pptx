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99ce116294dd7" /><Relationship Type="http://schemas.openxmlformats.org/officeDocument/2006/relationships/extended-properties" Target="/docProps/app.xml" Id="R5340bfd0f7d1405a" /><Relationship Type="http://schemas.openxmlformats.org/officeDocument/2006/relationships/officeDocument" Target="/ppt/presentation.xml" Id="R82cc9eaf67c0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4bf8bbe6424dd0"/>
  </p:sldMasterIdLst>
  <p:notesMasterIdLst>
    <p:notesMasterId xmlns:r="http://schemas.openxmlformats.org/officeDocument/2006/relationships" r:id="Rb34436a15fa8430e"/>
  </p:notesMasterIdLst>
  <p:sldIdLst>
    <p:sldId xmlns:r="http://schemas.openxmlformats.org/officeDocument/2006/relationships" id="256" r:id="R9f6f4f4a542e4fb2"/>
    <p:sldId xmlns:r="http://schemas.openxmlformats.org/officeDocument/2006/relationships" id="257" r:id="Rc760d542b8364f4b"/>
    <p:sldId xmlns:r="http://schemas.openxmlformats.org/officeDocument/2006/relationships" id="258" r:id="R056e22e5196a46dc"/>
    <p:sldId xmlns:r="http://schemas.openxmlformats.org/officeDocument/2006/relationships" id="259" r:id="R6709ed49509546a8"/>
    <p:sldId xmlns:r="http://schemas.openxmlformats.org/officeDocument/2006/relationships" id="260" r:id="R30a019e8c6674b7c"/>
    <p:sldId xmlns:r="http://schemas.openxmlformats.org/officeDocument/2006/relationships" id="261" r:id="R15981a19f2184389"/>
    <p:sldId xmlns:r="http://schemas.openxmlformats.org/officeDocument/2006/relationships" id="262" r:id="R0e1f4aa6c99d4831"/>
    <p:sldId xmlns:r="http://schemas.openxmlformats.org/officeDocument/2006/relationships" id="263" r:id="Re0ef964195b14366"/>
    <p:sldId xmlns:r="http://schemas.openxmlformats.org/officeDocument/2006/relationships" id="264" r:id="R9b8dcac30bd34efb"/>
    <p:sldId xmlns:r="http://schemas.openxmlformats.org/officeDocument/2006/relationships" id="265" r:id="Rcd03f486ffad4259"/>
    <p:sldId xmlns:r="http://schemas.openxmlformats.org/officeDocument/2006/relationships" id="266" r:id="R146ad9d1808b4e77"/>
    <p:sldId xmlns:r="http://schemas.openxmlformats.org/officeDocument/2006/relationships" id="267" r:id="Raae4474acae740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c33b61612a4b86" /><Relationship Type="http://schemas.openxmlformats.org/officeDocument/2006/relationships/slideMaster" Target="/ppt/slideMasters/slideMaster1.xml" Id="Rb84bf8bbe6424dd0" /><Relationship Type="http://schemas.openxmlformats.org/officeDocument/2006/relationships/notesMaster" Target="/ppt/notesMasters/notesMaster1.xml" Id="Rb34436a15fa8430e" /><Relationship Type="http://schemas.openxmlformats.org/officeDocument/2006/relationships/presProps" Target="/ppt/presProps.xml" Id="Rf18dbfdaea684692" /><Relationship Type="http://schemas.openxmlformats.org/officeDocument/2006/relationships/viewProps" Target="/ppt/viewProps.xml" Id="Ra0dc8ee008874dda" /><Relationship Type="http://schemas.openxmlformats.org/officeDocument/2006/relationships/tableStyles" Target="/ppt/tableStyles.xml" Id="R07e8a87bcc8d430e" /><Relationship Type="http://schemas.openxmlformats.org/officeDocument/2006/relationships/slide" Target="/ppt/slides/slide1.xml" Id="R9f6f4f4a542e4fb2" /><Relationship Type="http://schemas.openxmlformats.org/officeDocument/2006/relationships/slide" Target="/ppt/slides/slide2.xml" Id="Rc760d542b8364f4b" /><Relationship Type="http://schemas.openxmlformats.org/officeDocument/2006/relationships/slide" Target="/ppt/slides/slide3.xml" Id="R056e22e5196a46dc" /><Relationship Type="http://schemas.openxmlformats.org/officeDocument/2006/relationships/slide" Target="/ppt/slides/slide4.xml" Id="R6709ed49509546a8" /><Relationship Type="http://schemas.openxmlformats.org/officeDocument/2006/relationships/slide" Target="/ppt/slides/slide5.xml" Id="R30a019e8c6674b7c" /><Relationship Type="http://schemas.openxmlformats.org/officeDocument/2006/relationships/slide" Target="/ppt/slides/slide6.xml" Id="R15981a19f2184389" /><Relationship Type="http://schemas.openxmlformats.org/officeDocument/2006/relationships/slide" Target="/ppt/slides/slide7.xml" Id="R0e1f4aa6c99d4831" /><Relationship Type="http://schemas.openxmlformats.org/officeDocument/2006/relationships/slide" Target="/ppt/slides/slide8.xml" Id="Re0ef964195b14366" /><Relationship Type="http://schemas.openxmlformats.org/officeDocument/2006/relationships/slide" Target="/ppt/slides/slide9.xml" Id="R9b8dcac30bd34efb" /><Relationship Type="http://schemas.openxmlformats.org/officeDocument/2006/relationships/slide" Target="/ppt/slides/slide10.xml" Id="Rcd03f486ffad4259" /><Relationship Type="http://schemas.openxmlformats.org/officeDocument/2006/relationships/slide" Target="/ppt/slides/slide11.xml" Id="R146ad9d1808b4e77" /><Relationship Type="http://schemas.openxmlformats.org/officeDocument/2006/relationships/slide" Target="/ppt/slides/slide12.xml" Id="Raae4474acae7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35f5769674f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b7ba3b4f464971" /><Relationship Type="http://schemas.openxmlformats.org/officeDocument/2006/relationships/notesMaster" Target="/ppt/notesMasters/notesMaster1.xml" Id="R711870d0092c4b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2f9c328d2486f" /><Relationship Type="http://schemas.openxmlformats.org/officeDocument/2006/relationships/notesMaster" Target="/ppt/notesMasters/notesMaster1.xml" Id="Re05d961236f24f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833b63392c4574" /><Relationship Type="http://schemas.openxmlformats.org/officeDocument/2006/relationships/notesMaster" Target="/ppt/notesMasters/notesMaster1.xml" Id="R03aff565c0074b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995e3f68da4854" /><Relationship Type="http://schemas.openxmlformats.org/officeDocument/2006/relationships/notesMaster" Target="/ppt/notesMasters/notesMaster1.xml" Id="R772b3875af2b4c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b3704f728d43bf" /><Relationship Type="http://schemas.openxmlformats.org/officeDocument/2006/relationships/notesMaster" Target="/ppt/notesMasters/notesMaster1.xml" Id="R20774e6215a74a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9723d68264ab3" /><Relationship Type="http://schemas.openxmlformats.org/officeDocument/2006/relationships/notesMaster" Target="/ppt/notesMasters/notesMaster1.xml" Id="R4c166dc6f1d44f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f8584fe7ab41b8" /><Relationship Type="http://schemas.openxmlformats.org/officeDocument/2006/relationships/notesMaster" Target="/ppt/notesMasters/notesMaster1.xml" Id="R7436b79a730148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2601745144e6d" /><Relationship Type="http://schemas.openxmlformats.org/officeDocument/2006/relationships/notesMaster" Target="/ppt/notesMasters/notesMaster1.xml" Id="Ra682a53be8fa42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879e91a79c403e" /><Relationship Type="http://schemas.openxmlformats.org/officeDocument/2006/relationships/notesMaster" Target="/ppt/notesMasters/notesMaster1.xml" Id="R14410052044646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bdd867563547dd" /><Relationship Type="http://schemas.openxmlformats.org/officeDocument/2006/relationships/notesMaster" Target="/ppt/notesMasters/notesMaster1.xml" Id="R692156e2dc5045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708adbab884482" /><Relationship Type="http://schemas.openxmlformats.org/officeDocument/2006/relationships/notesMaster" Target="/ppt/notesMasters/notesMaster1.xml" Id="Ra64efff5e5224e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9215c4b8084584" /><Relationship Type="http://schemas.openxmlformats.org/officeDocument/2006/relationships/notesMaster" Target="/ppt/notesMasters/notesMaster1.xml" Id="R027177586dc14d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from docs/phases/05.5 and docs/ai-program.\n\n[Sources]\n- marketing/lesson-plans/phase-05.5.md\n[/Sources]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f0662f32a4f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bfa6ae8b545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8721d42e144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4284a39b34d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c7a39c22247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18992e9f248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788b93cf54b2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696c5b47440c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c140d161f4bf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3a7ff968845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9a8595c654d2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66ED5-5EA4-4351-AAEF-28B3444C2DE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FB35226-7D4A-4AC1-B04C-467D25BED0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8D92C5-8743-4321-AADF-AA47A4A670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38B896-E3B6-4217-80FF-E3A09A221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DDDE1-8E65-411B-BA80-18A6213921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2CE1D9-515A-4EC4-9CBD-4D04F825A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0FD2B2-ED59-41F9-9AFF-36766BAC94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98CB91-97A0-49E9-9E9B-6F93905192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C184A2-BD01-41E7-ACDA-C3C22F47CF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9BFC32-DC90-4462-A707-DDA21DFE00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CD49A-1605-4505-8B6A-2807F0609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BC8DA8-5BB4-4C89-BFE1-CFA35F6B3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34D2CF-5978-4792-BD71-546F647E02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8B2FF0-2F8E-4EAB-A68C-E9F06B9C8A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E411C2-E6BF-4F97-B0E5-E3AD597685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90CDBF-52D0-4705-98DD-E5F6D77D0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F9F5CAB-B5E4-4B9F-AD32-B773118E31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0EB05A-840F-4E98-B366-16F15A8DA3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CF6EEC5-F350-45DC-A015-16D7CF64BA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407C25-D0F1-465C-BC86-6257ED6D95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2F1C7D-FF27-47FB-B77F-62C8BCDC90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3738EC-0FC7-463B-9987-35654CE5F4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D12A41-81FD-451A-84E9-59A6D0762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03D7474-EBD7-4AC1-A218-94B463E3D5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22B64F-023F-45A6-980F-B2B6099E6EE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1A2B339-F0F7-44CB-BEF2-D25307D4A7C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59FEB9E-9D7C-42F8-BAA4-9A3ED2ABB6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DA8A412-48F7-4862-98FC-40A2269B34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B484D89-3F44-439D-A705-8FF9D43CB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5F2728-0047-4738-84E3-7854EAE9B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6B506B-A866-45F3-B62F-C55AF0C233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03FEBFE-4C9F-4158-A36E-CF88150FB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BA7CC41-A6E2-40BE-A123-3FA1939B81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BD72295-06A6-4ACF-AF62-9054B25C5B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E148E6-D096-4F81-A8EE-DA3E1F59B0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E84D2E-7CA1-49C9-84C2-0F77B4F6FB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6F25DC-FF0A-486A-8889-D69E1D536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4EBC5A-AFCD-435C-AA39-2CC9AAAC1E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FA67298-FCB8-48C2-8776-B45D98A4F1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64FA38-7C5B-4AFE-9B13-26A7C59574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2EDB11-E59F-490A-92C0-3E84681592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40C0EA-EDDA-491B-9876-1C57084F6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4E41A6-BE11-4CBF-B2F0-003BB8B7F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E5AC807-E97F-4E77-9445-51D4B0FD6B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7C9BC9-B896-4375-9850-C66D190A32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7B465B-0AC5-4F1C-9EC6-1E6947364B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9BD5430-DB36-411E-804E-6635A302F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F95A352-0D07-499F-95AE-B2546A256C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EACF2B-5A44-4B5A-ADB4-60B87B7AF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F40783-FD83-4868-B410-73255E1CFA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162D6F-2838-424C-B3A5-9606623A1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955218-6E4F-4783-91F2-3CFD30ED2F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E8E674-7087-41CA-A8A6-19D8C27DC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52557FB-82D1-4A3B-B9F4-3844CC7FD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EE512D-5C32-488F-BF1C-3A739F3F0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DA4D74-410C-438B-9FD4-723AA6C2B3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8BDD6B-2672-4F16-8BA1-4EC0BC8653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7BACB1-4245-4CC7-AA89-6915D752C6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c36efc20af44ed" /><Relationship Type="http://schemas.openxmlformats.org/officeDocument/2006/relationships/slideLayout" Target="/ppt/slideLayouts/slideLayout1.xml" Id="Ra8d44a7b46754774" /><Relationship Type="http://schemas.openxmlformats.org/officeDocument/2006/relationships/slideLayout" Target="/ppt/slideLayouts/slideLayout2.xml" Id="R76ca7ce0fb4c4947" /><Relationship Type="http://schemas.openxmlformats.org/officeDocument/2006/relationships/slideLayout" Target="/ppt/slideLayouts/slideLayout3.xml" Id="Rabf21db7b9c44068" /><Relationship Type="http://schemas.openxmlformats.org/officeDocument/2006/relationships/slideLayout" Target="/ppt/slideLayouts/slideLayout4.xml" Id="R5b2fe6a4ba6640ea" /><Relationship Type="http://schemas.openxmlformats.org/officeDocument/2006/relationships/slideLayout" Target="/ppt/slideLayouts/slideLayout5.xml" Id="Rde27714d443c46f4" /><Relationship Type="http://schemas.openxmlformats.org/officeDocument/2006/relationships/slideLayout" Target="/ppt/slideLayouts/slideLayout6.xml" Id="Rfe9b867b527f473f" /><Relationship Type="http://schemas.openxmlformats.org/officeDocument/2006/relationships/slideLayout" Target="/ppt/slideLayouts/slideLayout7.xml" Id="Rbe6f0718ed194513" /><Relationship Type="http://schemas.openxmlformats.org/officeDocument/2006/relationships/slideLayout" Target="/ppt/slideLayouts/slideLayout8.xml" Id="R67a2cd5895b540c5" /><Relationship Type="http://schemas.openxmlformats.org/officeDocument/2006/relationships/slideLayout" Target="/ppt/slideLayouts/slideLayout9.xml" Id="R94cec887973d48de" /><Relationship Type="http://schemas.openxmlformats.org/officeDocument/2006/relationships/slideLayout" Target="/ppt/slideLayouts/slideLayout10.xml" Id="R12c8086c56a04acc" /><Relationship Type="http://schemas.openxmlformats.org/officeDocument/2006/relationships/slideLayout" Target="/ppt/slideLayouts/slideLayout11.xml" Id="R206527c3e8da48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C4BB7E-9529-4984-8F99-B61B3046A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95FD18-6B8F-43D5-B54F-5BB583295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F543DB-9511-479A-BC79-698E863386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011118-513A-44EC-9B6E-FF50728550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F6F268-63CA-43D5-B9B7-B263B157FE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d44a7b46754774"/>
    <p:sldLayoutId xmlns:r="http://schemas.openxmlformats.org/officeDocument/2006/relationships" id="2147483650" r:id="R76ca7ce0fb4c4947"/>
    <p:sldLayoutId xmlns:r="http://schemas.openxmlformats.org/officeDocument/2006/relationships" id="2147483651" r:id="Rabf21db7b9c44068"/>
    <p:sldLayoutId xmlns:r="http://schemas.openxmlformats.org/officeDocument/2006/relationships" id="2147483652" r:id="R5b2fe6a4ba6640ea"/>
    <p:sldLayoutId xmlns:r="http://schemas.openxmlformats.org/officeDocument/2006/relationships" id="2147483653" r:id="Rde27714d443c46f4"/>
    <p:sldLayoutId xmlns:r="http://schemas.openxmlformats.org/officeDocument/2006/relationships" id="2147483654" r:id="Rfe9b867b527f473f"/>
    <p:sldLayoutId xmlns:r="http://schemas.openxmlformats.org/officeDocument/2006/relationships" id="2147483655" r:id="Rbe6f0718ed194513"/>
    <p:sldLayoutId xmlns:r="http://schemas.openxmlformats.org/officeDocument/2006/relationships" id="2147483656" r:id="R67a2cd5895b540c5"/>
    <p:sldLayoutId xmlns:r="http://schemas.openxmlformats.org/officeDocument/2006/relationships" id="2147483657" r:id="R94cec887973d48de"/>
    <p:sldLayoutId xmlns:r="http://schemas.openxmlformats.org/officeDocument/2006/relationships" id="2147483658" r:id="R12c8086c56a04acc"/>
    <p:sldLayoutId xmlns:r="http://schemas.openxmlformats.org/officeDocument/2006/relationships" id="2147483659" r:id="R206527c3e8da485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0c219778a34e65" /><Relationship Type="http://schemas.openxmlformats.org/officeDocument/2006/relationships/notesSlide" Target="/ppt/notesSlides/notesSlide1.xml" Id="R5322cb5ff7024d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4af4e4b4404246" /><Relationship Type="http://schemas.openxmlformats.org/officeDocument/2006/relationships/notesSlide" Target="/ppt/notesSlides/notesSlide2.xml" Id="R206390c444e24d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655a7fc625483e" /><Relationship Type="http://schemas.openxmlformats.org/officeDocument/2006/relationships/notesSlide" Target="/ppt/notesSlides/notesSlide3.xml" Id="R4cd858f2d41e40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92e8eb1da04483" /><Relationship Type="http://schemas.openxmlformats.org/officeDocument/2006/relationships/notesSlide" Target="/ppt/notesSlides/notesSlide4.xml" Id="R11f7dbdf5ae64e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9cfcf4b41c42fa" /><Relationship Type="http://schemas.openxmlformats.org/officeDocument/2006/relationships/notesSlide" Target="/ppt/notesSlides/notesSlide5.xml" Id="R505f6dc05dbc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9de74fb4b14e44" /><Relationship Type="http://schemas.openxmlformats.org/officeDocument/2006/relationships/notesSlide" Target="/ppt/notesSlides/notesSlide6.xml" Id="R55932829786947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75c61e5e48490a" /><Relationship Type="http://schemas.openxmlformats.org/officeDocument/2006/relationships/notesSlide" Target="/ppt/notesSlides/notesSlide7.xml" Id="Re7f17117b89c45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20d8f543a44d5b" /><Relationship Type="http://schemas.openxmlformats.org/officeDocument/2006/relationships/notesSlide" Target="/ppt/notesSlides/notesSlide8.xml" Id="R7393a2f4de1344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952c72b79d485f" /><Relationship Type="http://schemas.openxmlformats.org/officeDocument/2006/relationships/notesSlide" Target="/ppt/notesSlides/notesSlide9.xml" Id="Ra374b9c5adfa4d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2f1f08d2de4985" /><Relationship Type="http://schemas.openxmlformats.org/officeDocument/2006/relationships/notesSlide" Target="/ppt/notesSlides/notesSlide10.xml" Id="Rf472f53c3e5d4c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e113e6881f42c4" /><Relationship Type="http://schemas.openxmlformats.org/officeDocument/2006/relationships/notesSlide" Target="/ppt/notesSlides/notesSlide11.xml" Id="R3162747857cd4b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7a9ec596ad4ec6" /><Relationship Type="http://schemas.openxmlformats.org/officeDocument/2006/relationships/notesSlide" Target="/ppt/notesSlides/notesSlide12.xml" Id="Refa26555d5774c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18F65A-CAB0-4709-9E4C-614E80E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098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Improve the Locator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265495-A4B2-488B-ADA4-FF11ABB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098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Build the Registry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0418C-E174-4321-9A8E-BA2FE1A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0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capability registry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72BD516-8B79-4B7B-BFCD-09BBA23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8BCC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C52354-E75D-4F3F-8A62-DCFB2DA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locator found capabilities. The registry governs their organizational life.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F944FF-BB10-4019-94AF-A5E2D66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03902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3FE74F-0809-423E-8C90-DB0B77A8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35B76BE-D0BA-4695-9A8A-825ECBA3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existing build changes the product contract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A774963-A93D-4F44-A3F3-E02D5880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E25FBF-1B53-43AB-BE51-F42D2B1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 05 locator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2F9951-DE69-47D4-B2D8-23B47D94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01CC13-E99C-4431-B7D3-F3120D20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static catalog + cache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54F0B5-5276-473C-A6C3-61DBC56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4F54065-B256-46AA-8EB9-CCDA86D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research + evaluation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BB7C7E-154A-4FF7-BA0E-96C77696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60F9CA-AE4A-42C6-BB0D-5B8A150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individual session state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3276CC7-957D-4AAA-957E-28900A9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E66595-9FCC-485C-B6FA-6A7DAB6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71878F-F7DC-4D5F-99EA-937F876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52FEDF-1B3B-414A-B8FE-01A037E7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persistent shared state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FBF6AE-7B76-4EDA-B35A-48B9C971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07B6E5A-147A-4863-91D5-DDF6A28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policy + projections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836A6EB-454C-4539-85B8-791C281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E621DB-4542-4190-B893-01C1C89B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lifecycle + outcomes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F4D6BCC-6CC6-4061-BF82-9D8D61D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Preserve the useful app. Replace the fragile boundary.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11012BD-4392-499D-83F3-C34EF1C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9625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Migrate before adding governance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Map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existing data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exact revisions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Migrate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idempotently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Prove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catalog parity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Extend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the product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 database migration is product evolution—not a rewrite.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F1F54D3-C0A2-442D-AC8B-CFC8D2ED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6CCE8D1-62A8-47ED-AAD8-A8CD228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Separate control plane from execution contract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37B3D1-282E-40D4-9207-9A644A4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SurrealDB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B787D-5CEC-48CA-B9A9-1115DDC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catalog + evaluation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D7E6CE-3DA9-488D-AAE8-DB27B48B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Policy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25A098B-E7E2-4B9B-BBE0-D75ACA7F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scope + approval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F29470-A6F5-474E-8882-BAE98461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Git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1EE6CA-87CA-40C8-A6D5-780B214B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canonical ai/ source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BDC2060-A2AE-4FBA-B558-40518F54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78C60E-5D00-42DF-9ACC-439ED194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review + merge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6056DC-A527-42BD-9730-A743B6A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77224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5FC31F-B11B-478F-A634-2C8F600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BD8FC9-E334-48BD-A697-6488F5B8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Model the organizational lifecycle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562BDE-CBD9-4D56-B795-675E03D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500193-E75D-42A7-83E3-F2B88BA0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Core records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42B017-3DCB-40BB-A3A9-F60C768A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39460-1E14-46DC-86C8-3F4496B0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capability + revision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4BC2C72-AF7A-4E30-B475-3B4BE1C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F1087B-49F5-4838-A0B2-E249A0E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evaluation + policy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4779C2-35C8-40CC-8D5F-6E11CDE1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D16D73-83E8-4D4E-8D28-0B99FC37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publication + use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2B0BCD-3005-4E48-8A31-6075F88A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982E0B2-C9B8-4170-B852-B772006F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Relationships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898AF2-D75E-4499-9E56-D863FFC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A39975-2A75-4391-9F68-10C459BC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depends + conflicts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AEB453-1E32-47CF-A818-BD6E2B0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A01A3B-BC9E-4494-BFF7-2F2B1A6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scope + ownership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5F6AD5-BCD2-4F5D-8F0A-41DD3ABC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E0798D3-34BB-43E7-BF79-DD08DDD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supersedes + discovers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32043C-3FF0-42E3-8EF4-E1322EBA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9271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439BDA-BE03-4487-A9C2-BC70BE8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49699B-7BC6-4B45-B4B4-C61B13C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Approval belongs to an exact revision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699215-11DF-4EBB-B181-88CE431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BAA5B9-9A93-42A3-A5F4-C55253E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Versions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8907F8-E810-4F1F-9BD7-20E9566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DC5F259-0AFD-4021-8571-2568ABC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upstream hash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AAA2C-B430-4D8A-93F4-60D1EE9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BABECB-B82D-4DA1-9AF4-7E572BB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reviewed hash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00C3FB-8DFB-44A9-A5E0-E6F8B1C3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7A5696-11B9-4A9C-B27C-EEFBF6B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approved hash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0A59B9-FBEE-4B97-AB35-AF0F46B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627E58-FAA8-4597-8C13-B1ADC01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canonical hash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038D74-6490-41E7-BD8B-EAC92E7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D04CF0-8808-4A1D-BA53-2A677DE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0BDB70-BAED-40E4-B91C-2C4AAD3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CFAF0-9E23-40D8-9ED4-D00DD33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 modifications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696C26-DC2C-49A9-A88D-8ADAF8B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6236A9-FC90-4F1A-A709-59FA5D9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expiry + owner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72EACD-3B76-4F23-98A9-7D7BA45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3D87FD-E685-4C0B-B253-8C98701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re-review trigger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5E6326-5308-46EA-ACF4-41F041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9C2F4F-CE25-4457-9A6B-08C650A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audit history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31FA53-003B-4C8E-8D6F-DFDC1964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28782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294AAF-E7BB-4749-A639-DB18589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B946AC-E0D8-48C4-9993-1C453DB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registry must prove its migration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772D7F-A09B-4E5C-8AE5-64C6AB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CAF8E6-CF96-4805-9CFC-766AD48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Idempotency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43DFE-9DAD-48C9-A3E6-87717DE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repeat without duplicates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6CAFF3-5BFE-47A0-A6A7-3B6CDA4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3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66CD3E0-B6C5-490D-8EEE-37F09D3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829B8C-5694-4015-9028-E602564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counts + hashes + files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ABFD604-73C6-4C04-9512-D655C09B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200" y="3143250"/>
            <a:ext cx="3429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A02880-7C5C-4928-8CCD-3582E68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390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Fallback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CEA62F-9434-4289-A60D-59457E7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700" y="3886200"/>
            <a:ext cx="3048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last good catalog remains usable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9FA40E-0BD4-467F-A306-7956773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Trust begins with data you can reconcile.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1E0EA-711B-42F2-AF95-B2096C5D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81053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C3E65-CD8E-4258-BBA7-FBB3DA2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06E26-6C1C-41E1-BB0F-7494C75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Publish only through the authorized boundary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19B5BB-53ED-45BD-858C-DA10DEA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F464FB-5506-405A-B7CA-30969804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Approve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6DC049-A621-4164-864E-EC7A203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exact revision</a:t>
            </a:r>
          </a:p>
        </p:txBody>
      </p:sp>
      <p:sp>
        <p:nvSpPr>
          <p:cNvPr id="7" name="Right Arrow 6">
            <a:extLst xmlns:a="http://schemas.openxmlformats.org/drawingml/2006/main">
              <a:ext uri="{FF2B5EF4-FFF2-40B4-BE49-F238E27FC236}">
                <a16:creationId xmlns:a16="http://schemas.microsoft.com/office/drawing/2014/main" id="{26B7A7F7-4B6A-4405-BCFD-10A8AA4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393830-B193-4A84-9811-0BF2152D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00B8-508D-4C38-B105-839D846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Generate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8074C0-01B8-4E2C-8B83-881A3D8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native projections</a:t>
            </a: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2A7BBCDF-CA08-4F6F-BD11-03E7CF9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0DFADCD-D56C-4BF4-8E66-AD29A69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5DEC688-39BB-44F9-B371-B0BC2CCA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ECB323-F656-49A1-A086-D7FB191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tests + policy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845C5803-4C0A-4D84-B757-B0DC4D9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12E7F-4B24-48F3-A85A-7E53A49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F11AE8-4DDE-412A-B386-6FF611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Open PR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E0AE7B-017A-41A0-8DF0-1A168CE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for project scope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1A0ED9EC-B0C5-4AE5-903D-91023F7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ED3EE0D-1E8B-4B4B-82E3-95A5AA55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981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68328E-9705-4F28-9653-EFD7339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947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37A930-363C-461A-9C95-C60E3FA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14800"/>
            <a:ext cx="17907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publication + use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C45975A-3670-44C4-855A-F8EE60B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81600"/>
            <a:ext cx="8839200" cy="600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Registry approval never bypasses Git review.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8815D6-54CF-44A7-BC95-3DE94F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29960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3899A8D-4177-4777-B1E5-D45D13F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D9CFC8-372D-44CF-92DE-E1668852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Upstream change reopens the decision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4B767C-1418-4233-8758-07AB9259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 capability name can stay stable while its behavior changes.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094C99-2458-4B33-AD71-94B7A0EA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E537EB-E8E5-44CC-BFAA-4B49433F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Detect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249FA1-C810-4F74-8BDF-4966F34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05200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changed content or permissions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646363B-135B-4871-9B7E-64E6DE0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A23EBE-B518-41AD-9AA5-12F61A7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Invalidate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C69078-1E6A-4C4B-B19C-82A0AA2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71925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stale approval when required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324D23-580C-4246-973C-77E517B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0CE280-A269-42D8-B2C8-0E504F3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Re-evaluate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E3CA5B-CCEE-43FC-8B58-E41671EF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38650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tests, fit, and risk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E2FC61D-D6C2-42D2-B050-95C65CF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54B7DD1-75F5-4DA4-B029-0A01FAE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32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87C48FF-ECD4-41D4-86A5-8998E6D4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05375"/>
            <a:ext cx="6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accept, fork, restrict, retire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6B087E-A351-456D-B61F-63D70D9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28374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7B21ACF-620B-40C9-B220-C3D13395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Demonstrate the full lifecycle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5775F2-43BD-48FD-B7FA-C752A9C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One candidate must travel through the complete registry.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A5276D5-814B-4F6E-A917-AE604E80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Show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7DD915C-0D3F-4C87-9C07-1AA15F99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EE523B-D0FF-4D35-B31A-2DC74B4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import + evaluate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1F4381-F411-4E87-94B9-67805321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696FD64-6812-436A-99DA-D116EDB2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approve + canonical PR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B7670A-86BE-4724-9018-2188A704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6C9B19-AC43-4FDB-811F-F1FE1DF4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upstream change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BA07BE-4C64-4525-B260-B3E5F02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D470166-B36F-473B-B901-56DFE0E8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5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re-review required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E78472-E93F-4686-8876-181F822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81334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439BDA-BE03-4487-A9C2-BC70BE8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REGISTRY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049699B-7BC6-4B45-B4B4-C61B13C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985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7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The registry is credible when policy becomes observable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699215-11DF-4EBB-B181-88CE431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BAA5B9-9A93-42A3-A5F4-C55253E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 proof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8907F8-E810-4F1F-9BD7-20E9566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DC5F259-0AFD-4021-8571-2568ABC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versioned schema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0AAA2C-B430-4D8A-93F4-60D1EE9F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BABECB-B82D-4DA1-9AF4-7E572BB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migration parity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00C3FB-8DFB-44A9-A5E0-E6F8B1C3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7A5696-11B9-4A9C-B27C-EEFBF6B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exact hashes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0A59B9-FBEE-4B97-AB35-AF0F46B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627E58-FAA8-4597-8C13-B1ADC01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local/team modes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038D74-6490-41E7-BD8B-EAC92E7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72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D04CF0-8808-4A1D-BA53-2A677DE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32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Governance proof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0BDB70-BAED-40E4-B91C-2C4AAD3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7CFAF0-9E23-40D8-9ED4-D00DD33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scope + owner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696C26-DC2C-49A9-A88D-8ADAF8B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6236A9-FC90-4F1A-A709-59FA5D9C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33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 publication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672EACD-3B76-4F23-98A9-7D7BA45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3D87FD-E685-4C0B-B253-8C98701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update detection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5E6326-5308-46EA-ACF4-41F041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3D8DFF"/>
                </a:solidFill>
                <a:latin typeface="Calibri"/>
                <a:ea typeface="Calibri"/>
                <a:cs typeface="Calibri"/>
              </a:rPr>
              <a:t>•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59C2F4F-CE25-4457-9A6B-08C650A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maintenance + retirement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31FA53-003B-4C8E-8D6F-DFDC1964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28782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18F65A-CAB0-4709-9E4C-614E80E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098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 Catalog Finds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1265495-A4B2-488B-ADA4-FF11ABB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1098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A Registry Remembers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0418C-E174-4321-9A8E-BA2FE1A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00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Phase 05.5 closes the lifecycle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72BD516-8B79-4B7B-BFCD-09BBA23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8BCC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C52354-E75D-4F3F-8A62-DCFB2DA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Know what is trusted, why, where it runs, and when trust must be earned again.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5F944FF-BB10-4019-94AF-A5E2D66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75" b="0">
                <a:solidFill>
                  <a:srgbClr val="60646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03902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2026-07-28T13:14:18.8150000Z</dcterms:created>
  <dcterms:modified xsi:type="dcterms:W3CDTF">2026-07-28T13:14:18.8160000Z</dcterms:modified>
</coreProperties>
</file>